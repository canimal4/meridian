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6C637DA-48C8-4C8F-A926-224F5A197F43}">
  <a:tblStyle styleId="{86C637DA-48C8-4C8F-A926-224F5A197F4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11" Type="http://schemas.openxmlformats.org/officeDocument/2006/relationships/slide" Target="slides/slide4.xml"/><Relationship Id="rId10" Type="http://schemas.openxmlformats.org/officeDocument/2006/relationships/slide" Target="slides/slide3.xml"/><Relationship Id="rId21" Type="http://schemas.openxmlformats.org/officeDocument/2006/relationships/slide" Target="slides/slide14.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5" Type="http://schemas.openxmlformats.org/officeDocument/2006/relationships/slideMaster" Target="slideMasters/slideMaster1.xml"/><Relationship Id="rId19" Type="http://schemas.openxmlformats.org/officeDocument/2006/relationships/slide" Target="slides/slide12.xml"/><Relationship Id="rId6" Type="http://schemas.openxmlformats.org/officeDocument/2006/relationships/slideMaster" Target="slideMasters/slideMaster2.xml"/><Relationship Id="rId18" Type="http://schemas.openxmlformats.org/officeDocument/2006/relationships/slide" Target="slides/slide1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3bdbeff13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23bdbeff13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77c25c4abc_0_12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77c25c4abc_0_1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77c25c4abc_0_12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77c25c4abc_0_1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77c25c4abc_0_125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77c25c4abc_0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77c25c4abc_0_1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77c25c4abc_0_1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77c25c4abc_0_1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77c25c4abc_0_1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77c25c4abc_0_1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77c25c4abc_0_1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77c25c4abc_0_1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77c25c4abc_0_1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77d90fb93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77d90fb93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77c25c4abc_0_1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77c25c4abc_0_1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aleway"/>
                <a:ea typeface="Raleway"/>
                <a:cs typeface="Raleway"/>
                <a:sym typeface="Raleway"/>
              </a:rPr>
              <a:t>Computers, the internet, email, Smartphones, Twitter, Youtube, Facebook, Snapchat etc. have facilitated both hierarchical and contagious diffusion</a:t>
            </a:r>
            <a:endParaRPr sz="1200">
              <a:latin typeface="Raleway"/>
              <a:ea typeface="Raleway"/>
              <a:cs typeface="Raleway"/>
              <a:sym typeface="Raleway"/>
            </a:endParaRPr>
          </a:p>
          <a:p>
            <a:pPr indent="0" lvl="0" marL="0" rtl="0" algn="l">
              <a:lnSpc>
                <a:spcPct val="115000"/>
              </a:lnSpc>
              <a:spcBef>
                <a:spcPts val="0"/>
              </a:spcBef>
              <a:spcAft>
                <a:spcPts val="0"/>
              </a:spcAft>
              <a:buNone/>
            </a:pPr>
            <a:r>
              <a:rPr lang="en" sz="1200">
                <a:latin typeface="Raleway"/>
                <a:ea typeface="Raleway"/>
                <a:cs typeface="Raleway"/>
                <a:sym typeface="Raleway"/>
              </a:rPr>
              <a:t>More accessible air travel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77d90fb93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77d90fb93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77c25c4abc_0_19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77c25c4abc_0_1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77c25c4abc_0_1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77c25c4abc_0_1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77c25c4abc_0_177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77c25c4abc_0_1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54" name="Shape 54"/>
        <p:cNvGrpSpPr/>
        <p:nvPr/>
      </p:nvGrpSpPr>
      <p:grpSpPr>
        <a:xfrm>
          <a:off x="0" y="0"/>
          <a:ext cx="0" cy="0"/>
          <a:chOff x="0" y="0"/>
          <a:chExt cx="0" cy="0"/>
        </a:xfrm>
      </p:grpSpPr>
      <p:grpSp>
        <p:nvGrpSpPr>
          <p:cNvPr id="55" name="Google Shape;55;p14"/>
          <p:cNvGrpSpPr/>
          <p:nvPr/>
        </p:nvGrpSpPr>
        <p:grpSpPr>
          <a:xfrm>
            <a:off x="-225" y="0"/>
            <a:ext cx="9144224" cy="5143512"/>
            <a:chOff x="-225" y="0"/>
            <a:chExt cx="9144224" cy="5143512"/>
          </a:xfrm>
        </p:grpSpPr>
        <p:sp>
          <p:nvSpPr>
            <p:cNvPr id="56" name="Google Shape;56;p14"/>
            <p:cNvSpPr/>
            <p:nvPr/>
          </p:nvSpPr>
          <p:spPr>
            <a:xfrm>
              <a:off x="0" y="0"/>
              <a:ext cx="61002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a:off x="-175" y="1541675"/>
              <a:ext cx="6870000" cy="2060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 name="Google Shape;58;p14"/>
            <p:cNvGrpSpPr/>
            <p:nvPr/>
          </p:nvGrpSpPr>
          <p:grpSpPr>
            <a:xfrm>
              <a:off x="8477595" y="4477088"/>
              <a:ext cx="666403" cy="666424"/>
              <a:chOff x="7996345" y="980275"/>
              <a:chExt cx="666403" cy="666424"/>
            </a:xfrm>
          </p:grpSpPr>
          <p:sp>
            <p:nvSpPr>
              <p:cNvPr id="59" name="Google Shape;59;p14"/>
              <p:cNvSpPr/>
              <p:nvPr/>
            </p:nvSpPr>
            <p:spPr>
              <a:xfrm>
                <a:off x="7996345"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8198672"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8400998"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7996345"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8198672"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8400998"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7996345"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8198672"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8400998"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7996345"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8198672"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8400998"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8603324"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8603324"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8603324"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8603349"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14"/>
            <p:cNvGrpSpPr/>
            <p:nvPr/>
          </p:nvGrpSpPr>
          <p:grpSpPr>
            <a:xfrm>
              <a:off x="7042555" y="1541664"/>
              <a:ext cx="730045" cy="2060087"/>
              <a:chOff x="7022220" y="1541675"/>
              <a:chExt cx="666403" cy="1880499"/>
            </a:xfrm>
          </p:grpSpPr>
          <p:sp>
            <p:nvSpPr>
              <p:cNvPr id="76" name="Google Shape;76;p14"/>
              <p:cNvSpPr/>
              <p:nvPr/>
            </p:nvSpPr>
            <p:spPr>
              <a:xfrm>
                <a:off x="7022220"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7224547"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7426873"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7022220"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7224547"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7426873"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7022220"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7224547"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7426873"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7022220"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7224547"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7426873"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7629199"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7629199"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7629199"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7629224"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7022220"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7224547"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7426873"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7022220"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7224547"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7426873"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7022220"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7224547"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7426873"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7022220"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7224547"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7426873"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7629199"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7629199"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7629199"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7629224"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7022220"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7224547"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7426873"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7022220"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7224547"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7426873"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7629199"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a:off x="7629224"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 name="Google Shape;116;p14"/>
            <p:cNvGrpSpPr/>
            <p:nvPr/>
          </p:nvGrpSpPr>
          <p:grpSpPr>
            <a:xfrm>
              <a:off x="-225" y="2008293"/>
              <a:ext cx="301822" cy="1126923"/>
              <a:chOff x="-225" y="1987280"/>
              <a:chExt cx="318950" cy="1190873"/>
            </a:xfrm>
          </p:grpSpPr>
          <p:sp>
            <p:nvSpPr>
              <p:cNvPr id="117" name="Google Shape;117;p14"/>
              <p:cNvSpPr/>
              <p:nvPr/>
            </p:nvSpPr>
            <p:spPr>
              <a:xfrm>
                <a:off x="-175" y="1987280"/>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a:off x="-175" y="2255817"/>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a:off x="-175" y="25243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a:off x="-225" y="2792878"/>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a:off x="-225" y="30614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14"/>
            <p:cNvGrpSpPr/>
            <p:nvPr/>
          </p:nvGrpSpPr>
          <p:grpSpPr>
            <a:xfrm>
              <a:off x="8842175" y="668859"/>
              <a:ext cx="301822" cy="872807"/>
              <a:chOff x="-225" y="2255817"/>
              <a:chExt cx="318950" cy="922336"/>
            </a:xfrm>
          </p:grpSpPr>
          <p:sp>
            <p:nvSpPr>
              <p:cNvPr id="123" name="Google Shape;123;p14"/>
              <p:cNvSpPr/>
              <p:nvPr/>
            </p:nvSpPr>
            <p:spPr>
              <a:xfrm>
                <a:off x="-175" y="2255817"/>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p:nvPr/>
            </p:nvSpPr>
            <p:spPr>
              <a:xfrm>
                <a:off x="-175" y="25243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225" y="2792878"/>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a:off x="-225" y="30614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 name="Google Shape;127;p14"/>
            <p:cNvGrpSpPr/>
            <p:nvPr/>
          </p:nvGrpSpPr>
          <p:grpSpPr>
            <a:xfrm>
              <a:off x="5798375" y="4270684"/>
              <a:ext cx="301822" cy="872807"/>
              <a:chOff x="1611209" y="2255817"/>
              <a:chExt cx="318950" cy="922336"/>
            </a:xfrm>
          </p:grpSpPr>
          <p:sp>
            <p:nvSpPr>
              <p:cNvPr id="128" name="Google Shape;128;p14"/>
              <p:cNvSpPr/>
              <p:nvPr/>
            </p:nvSpPr>
            <p:spPr>
              <a:xfrm>
                <a:off x="1611259" y="2255817"/>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1611259" y="25243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1611209" y="2792878"/>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1611209" y="30614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 name="Google Shape;132;p14"/>
            <p:cNvGrpSpPr/>
            <p:nvPr/>
          </p:nvGrpSpPr>
          <p:grpSpPr>
            <a:xfrm>
              <a:off x="685795" y="0"/>
              <a:ext cx="666403" cy="666424"/>
              <a:chOff x="7996345" y="980275"/>
              <a:chExt cx="666403" cy="666424"/>
            </a:xfrm>
          </p:grpSpPr>
          <p:sp>
            <p:nvSpPr>
              <p:cNvPr id="133" name="Google Shape;133;p14"/>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4"/>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4"/>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4"/>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4"/>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9" name="Google Shape;149;p14"/>
          <p:cNvSpPr txBox="1"/>
          <p:nvPr>
            <p:ph type="ctrTitle"/>
          </p:nvPr>
        </p:nvSpPr>
        <p:spPr>
          <a:xfrm>
            <a:off x="685800" y="1541675"/>
            <a:ext cx="5740200" cy="2060100"/>
          </a:xfrm>
          <a:prstGeom prst="rect">
            <a:avLst/>
          </a:prstGeom>
        </p:spPr>
        <p:txBody>
          <a:bodyPr anchorCtr="0" anchor="ctr" bIns="0" lIns="0" spcFirstLastPara="1" rIns="0" wrap="square" tIns="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50" name="Shape 150"/>
        <p:cNvGrpSpPr/>
        <p:nvPr/>
      </p:nvGrpSpPr>
      <p:grpSpPr>
        <a:xfrm>
          <a:off x="0" y="0"/>
          <a:ext cx="0" cy="0"/>
          <a:chOff x="0" y="0"/>
          <a:chExt cx="0" cy="0"/>
        </a:xfrm>
      </p:grpSpPr>
      <p:sp>
        <p:nvSpPr>
          <p:cNvPr id="151" name="Google Shape;151;p15"/>
          <p:cNvSpPr/>
          <p:nvPr/>
        </p:nvSpPr>
        <p:spPr>
          <a:xfrm>
            <a:off x="6100358" y="13"/>
            <a:ext cx="3050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
          <p:cNvSpPr/>
          <p:nvPr/>
        </p:nvSpPr>
        <p:spPr>
          <a:xfrm>
            <a:off x="-175" y="1541675"/>
            <a:ext cx="6870000" cy="206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15"/>
          <p:cNvGrpSpPr/>
          <p:nvPr/>
        </p:nvGrpSpPr>
        <p:grpSpPr>
          <a:xfrm>
            <a:off x="8477595" y="4477088"/>
            <a:ext cx="666403" cy="666424"/>
            <a:chOff x="7996345" y="980275"/>
            <a:chExt cx="666403" cy="666424"/>
          </a:xfrm>
        </p:grpSpPr>
        <p:sp>
          <p:nvSpPr>
            <p:cNvPr id="154" name="Google Shape;154;p15"/>
            <p:cNvSpPr/>
            <p:nvPr/>
          </p:nvSpPr>
          <p:spPr>
            <a:xfrm>
              <a:off x="7996345"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8198672"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8400998"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7996345"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8198672"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8400998"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5"/>
            <p:cNvSpPr/>
            <p:nvPr/>
          </p:nvSpPr>
          <p:spPr>
            <a:xfrm>
              <a:off x="7996345"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8198672"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p:nvPr/>
          </p:nvSpPr>
          <p:spPr>
            <a:xfrm>
              <a:off x="8400998"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5"/>
            <p:cNvSpPr/>
            <p:nvPr/>
          </p:nvSpPr>
          <p:spPr>
            <a:xfrm>
              <a:off x="7996345"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5"/>
            <p:cNvSpPr/>
            <p:nvPr/>
          </p:nvSpPr>
          <p:spPr>
            <a:xfrm>
              <a:off x="8198672"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5"/>
            <p:cNvSpPr/>
            <p:nvPr/>
          </p:nvSpPr>
          <p:spPr>
            <a:xfrm>
              <a:off x="8400998"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8603324"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a:off x="8603324"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p:nvPr/>
          </p:nvSpPr>
          <p:spPr>
            <a:xfrm>
              <a:off x="8603324"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p:nvPr/>
          </p:nvSpPr>
          <p:spPr>
            <a:xfrm>
              <a:off x="8603349"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 name="Google Shape;170;p15"/>
          <p:cNvGrpSpPr/>
          <p:nvPr/>
        </p:nvGrpSpPr>
        <p:grpSpPr>
          <a:xfrm>
            <a:off x="7042555" y="1541664"/>
            <a:ext cx="508369" cy="2060087"/>
            <a:chOff x="7022220" y="1541675"/>
            <a:chExt cx="464052" cy="1880499"/>
          </a:xfrm>
        </p:grpSpPr>
        <p:sp>
          <p:nvSpPr>
            <p:cNvPr id="171" name="Google Shape;171;p15"/>
            <p:cNvSpPr/>
            <p:nvPr/>
          </p:nvSpPr>
          <p:spPr>
            <a:xfrm>
              <a:off x="7022220"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p:nvPr/>
          </p:nvSpPr>
          <p:spPr>
            <a:xfrm>
              <a:off x="7224547"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
            <p:cNvSpPr/>
            <p:nvPr/>
          </p:nvSpPr>
          <p:spPr>
            <a:xfrm>
              <a:off x="7426873"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a:off x="7022220"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
            <p:cNvSpPr/>
            <p:nvPr/>
          </p:nvSpPr>
          <p:spPr>
            <a:xfrm>
              <a:off x="7224547"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a:off x="7426873"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a:off x="7022220"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a:off x="7224547"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7426873"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
            <p:cNvSpPr/>
            <p:nvPr/>
          </p:nvSpPr>
          <p:spPr>
            <a:xfrm>
              <a:off x="7022220"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a:off x="7224547"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a:off x="7426873"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7022220"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p:nvPr/>
          </p:nvSpPr>
          <p:spPr>
            <a:xfrm>
              <a:off x="7224547"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a:off x="7426873"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7022220"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a:off x="7224547"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
            <p:cNvSpPr/>
            <p:nvPr/>
          </p:nvSpPr>
          <p:spPr>
            <a:xfrm>
              <a:off x="7426873"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5"/>
            <p:cNvSpPr/>
            <p:nvPr/>
          </p:nvSpPr>
          <p:spPr>
            <a:xfrm>
              <a:off x="7022220"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7224547"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a:off x="7426873"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a:off x="7022220"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7224547"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7426873"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7022220"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7224547"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7426873"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7022220"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7224547"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a:off x="7426873"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 name="Google Shape;201;p15"/>
          <p:cNvGrpSpPr/>
          <p:nvPr/>
        </p:nvGrpSpPr>
        <p:grpSpPr>
          <a:xfrm>
            <a:off x="-225" y="2135380"/>
            <a:ext cx="301822" cy="872770"/>
            <a:chOff x="-225" y="1987280"/>
            <a:chExt cx="318950" cy="922298"/>
          </a:xfrm>
        </p:grpSpPr>
        <p:sp>
          <p:nvSpPr>
            <p:cNvPr id="202" name="Google Shape;202;p15"/>
            <p:cNvSpPr/>
            <p:nvPr/>
          </p:nvSpPr>
          <p:spPr>
            <a:xfrm>
              <a:off x="-175" y="1987280"/>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
            <p:cNvSpPr/>
            <p:nvPr/>
          </p:nvSpPr>
          <p:spPr>
            <a:xfrm>
              <a:off x="-175" y="2255817"/>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p:nvPr/>
          </p:nvSpPr>
          <p:spPr>
            <a:xfrm>
              <a:off x="-175" y="25243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
            <p:cNvSpPr/>
            <p:nvPr/>
          </p:nvSpPr>
          <p:spPr>
            <a:xfrm>
              <a:off x="-225" y="2792878"/>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15"/>
          <p:cNvGrpSpPr/>
          <p:nvPr/>
        </p:nvGrpSpPr>
        <p:grpSpPr>
          <a:xfrm>
            <a:off x="8842175" y="668859"/>
            <a:ext cx="301822" cy="872807"/>
            <a:chOff x="-225" y="2255817"/>
            <a:chExt cx="318950" cy="922336"/>
          </a:xfrm>
        </p:grpSpPr>
        <p:sp>
          <p:nvSpPr>
            <p:cNvPr id="207" name="Google Shape;207;p15"/>
            <p:cNvSpPr/>
            <p:nvPr/>
          </p:nvSpPr>
          <p:spPr>
            <a:xfrm>
              <a:off x="-175" y="2255817"/>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a:off x="-175" y="25243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
            <p:cNvSpPr/>
            <p:nvPr/>
          </p:nvSpPr>
          <p:spPr>
            <a:xfrm>
              <a:off x="-225" y="2792878"/>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5"/>
            <p:cNvSpPr/>
            <p:nvPr/>
          </p:nvSpPr>
          <p:spPr>
            <a:xfrm>
              <a:off x="-225" y="30614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 name="Google Shape;211;p15"/>
          <p:cNvGrpSpPr/>
          <p:nvPr/>
        </p:nvGrpSpPr>
        <p:grpSpPr>
          <a:xfrm>
            <a:off x="6100350" y="4270684"/>
            <a:ext cx="301822" cy="872807"/>
            <a:chOff x="-225" y="2255817"/>
            <a:chExt cx="318950" cy="922336"/>
          </a:xfrm>
        </p:grpSpPr>
        <p:sp>
          <p:nvSpPr>
            <p:cNvPr id="212" name="Google Shape;212;p15"/>
            <p:cNvSpPr/>
            <p:nvPr/>
          </p:nvSpPr>
          <p:spPr>
            <a:xfrm>
              <a:off x="-175" y="2255817"/>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p:nvPr/>
          </p:nvSpPr>
          <p:spPr>
            <a:xfrm>
              <a:off x="-175" y="25243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
            <p:cNvSpPr/>
            <p:nvPr/>
          </p:nvSpPr>
          <p:spPr>
            <a:xfrm>
              <a:off x="-225" y="2792878"/>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p:nvPr/>
          </p:nvSpPr>
          <p:spPr>
            <a:xfrm>
              <a:off x="-225" y="30614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 name="Google Shape;216;p15"/>
          <p:cNvGrpSpPr/>
          <p:nvPr/>
        </p:nvGrpSpPr>
        <p:grpSpPr>
          <a:xfrm>
            <a:off x="685795" y="0"/>
            <a:ext cx="666403" cy="666424"/>
            <a:chOff x="7996345" y="980275"/>
            <a:chExt cx="666403" cy="666424"/>
          </a:xfrm>
        </p:grpSpPr>
        <p:sp>
          <p:nvSpPr>
            <p:cNvPr id="217" name="Google Shape;217;p15"/>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5"/>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5"/>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5"/>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5"/>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5"/>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5"/>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5"/>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 name="Google Shape;233;p15"/>
          <p:cNvSpPr txBox="1"/>
          <p:nvPr>
            <p:ph type="ctrTitle"/>
          </p:nvPr>
        </p:nvSpPr>
        <p:spPr>
          <a:xfrm>
            <a:off x="603425" y="1794125"/>
            <a:ext cx="5497200" cy="872700"/>
          </a:xfrm>
          <a:prstGeom prst="rect">
            <a:avLst/>
          </a:prstGeom>
        </p:spPr>
        <p:txBody>
          <a:bodyPr anchorCtr="0" anchor="b" bIns="0" lIns="0" spcFirstLastPara="1" rIns="0" wrap="square" tIns="0">
            <a:noAutofit/>
          </a:bodyPr>
          <a:lstStyle>
            <a:lvl1pPr lvl="0" rtl="0">
              <a:spcBef>
                <a:spcPts val="0"/>
              </a:spcBef>
              <a:spcAft>
                <a:spcPts val="0"/>
              </a:spcAft>
              <a:buClr>
                <a:schemeClr val="dk1"/>
              </a:buClr>
              <a:buSzPts val="3600"/>
              <a:buNone/>
              <a:defRPr sz="3600">
                <a:solidFill>
                  <a:schemeClr val="dk1"/>
                </a:solidFill>
              </a:defRPr>
            </a:lvl1pPr>
            <a:lvl2pPr lvl="1" rtl="0">
              <a:spcBef>
                <a:spcPts val="0"/>
              </a:spcBef>
              <a:spcAft>
                <a:spcPts val="0"/>
              </a:spcAft>
              <a:buClr>
                <a:schemeClr val="dk1"/>
              </a:buClr>
              <a:buSzPts val="3600"/>
              <a:buNone/>
              <a:defRPr sz="3600">
                <a:solidFill>
                  <a:schemeClr val="dk1"/>
                </a:solidFill>
              </a:defRPr>
            </a:lvl2pPr>
            <a:lvl3pPr lvl="2" rtl="0">
              <a:spcBef>
                <a:spcPts val="0"/>
              </a:spcBef>
              <a:spcAft>
                <a:spcPts val="0"/>
              </a:spcAft>
              <a:buClr>
                <a:schemeClr val="dk1"/>
              </a:buClr>
              <a:buSzPts val="3600"/>
              <a:buNone/>
              <a:defRPr sz="3600">
                <a:solidFill>
                  <a:schemeClr val="dk1"/>
                </a:solidFill>
              </a:defRPr>
            </a:lvl3pPr>
            <a:lvl4pPr lvl="3" rtl="0">
              <a:spcBef>
                <a:spcPts val="0"/>
              </a:spcBef>
              <a:spcAft>
                <a:spcPts val="0"/>
              </a:spcAft>
              <a:buClr>
                <a:schemeClr val="dk1"/>
              </a:buClr>
              <a:buSzPts val="3600"/>
              <a:buNone/>
              <a:defRPr sz="3600">
                <a:solidFill>
                  <a:schemeClr val="dk1"/>
                </a:solidFill>
              </a:defRPr>
            </a:lvl4pPr>
            <a:lvl5pPr lvl="4" rtl="0">
              <a:spcBef>
                <a:spcPts val="0"/>
              </a:spcBef>
              <a:spcAft>
                <a:spcPts val="0"/>
              </a:spcAft>
              <a:buClr>
                <a:schemeClr val="dk1"/>
              </a:buClr>
              <a:buSzPts val="3600"/>
              <a:buNone/>
              <a:defRPr sz="3600">
                <a:solidFill>
                  <a:schemeClr val="dk1"/>
                </a:solidFill>
              </a:defRPr>
            </a:lvl5pPr>
            <a:lvl6pPr lvl="5" rtl="0">
              <a:spcBef>
                <a:spcPts val="0"/>
              </a:spcBef>
              <a:spcAft>
                <a:spcPts val="0"/>
              </a:spcAft>
              <a:buClr>
                <a:schemeClr val="dk1"/>
              </a:buClr>
              <a:buSzPts val="3600"/>
              <a:buNone/>
              <a:defRPr sz="3600">
                <a:solidFill>
                  <a:schemeClr val="dk1"/>
                </a:solidFill>
              </a:defRPr>
            </a:lvl6pPr>
            <a:lvl7pPr lvl="6" rtl="0">
              <a:spcBef>
                <a:spcPts val="0"/>
              </a:spcBef>
              <a:spcAft>
                <a:spcPts val="0"/>
              </a:spcAft>
              <a:buClr>
                <a:schemeClr val="dk1"/>
              </a:buClr>
              <a:buSzPts val="3600"/>
              <a:buNone/>
              <a:defRPr sz="3600">
                <a:solidFill>
                  <a:schemeClr val="dk1"/>
                </a:solidFill>
              </a:defRPr>
            </a:lvl7pPr>
            <a:lvl8pPr lvl="7" rtl="0">
              <a:spcBef>
                <a:spcPts val="0"/>
              </a:spcBef>
              <a:spcAft>
                <a:spcPts val="0"/>
              </a:spcAft>
              <a:buClr>
                <a:schemeClr val="dk1"/>
              </a:buClr>
              <a:buSzPts val="3600"/>
              <a:buNone/>
              <a:defRPr sz="3600">
                <a:solidFill>
                  <a:schemeClr val="dk1"/>
                </a:solidFill>
              </a:defRPr>
            </a:lvl8pPr>
            <a:lvl9pPr lvl="8" rtl="0">
              <a:spcBef>
                <a:spcPts val="0"/>
              </a:spcBef>
              <a:spcAft>
                <a:spcPts val="0"/>
              </a:spcAft>
              <a:buClr>
                <a:schemeClr val="dk1"/>
              </a:buClr>
              <a:buSzPts val="3600"/>
              <a:buNone/>
              <a:defRPr sz="3600">
                <a:solidFill>
                  <a:schemeClr val="dk1"/>
                </a:solidFill>
              </a:defRPr>
            </a:lvl9pPr>
          </a:lstStyle>
          <a:p/>
        </p:txBody>
      </p:sp>
      <p:sp>
        <p:nvSpPr>
          <p:cNvPr id="234" name="Google Shape;234;p15"/>
          <p:cNvSpPr txBox="1"/>
          <p:nvPr>
            <p:ph idx="1" type="subTitle"/>
          </p:nvPr>
        </p:nvSpPr>
        <p:spPr>
          <a:xfrm>
            <a:off x="603425" y="2604674"/>
            <a:ext cx="5497200" cy="3798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235" name="Shape 235"/>
        <p:cNvGrpSpPr/>
        <p:nvPr/>
      </p:nvGrpSpPr>
      <p:grpSpPr>
        <a:xfrm>
          <a:off x="0" y="0"/>
          <a:ext cx="0" cy="0"/>
          <a:chOff x="0" y="0"/>
          <a:chExt cx="0" cy="0"/>
        </a:xfrm>
      </p:grpSpPr>
      <p:grpSp>
        <p:nvGrpSpPr>
          <p:cNvPr id="236" name="Google Shape;236;p16"/>
          <p:cNvGrpSpPr/>
          <p:nvPr/>
        </p:nvGrpSpPr>
        <p:grpSpPr>
          <a:xfrm>
            <a:off x="-175" y="0"/>
            <a:ext cx="9158125" cy="5149862"/>
            <a:chOff x="-175" y="0"/>
            <a:chExt cx="9158125" cy="5149862"/>
          </a:xfrm>
        </p:grpSpPr>
        <p:sp>
          <p:nvSpPr>
            <p:cNvPr id="237" name="Google Shape;237;p16"/>
            <p:cNvSpPr/>
            <p:nvPr/>
          </p:nvSpPr>
          <p:spPr>
            <a:xfrm>
              <a:off x="0" y="0"/>
              <a:ext cx="7845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8" name="Google Shape;238;p16"/>
            <p:cNvGrpSpPr/>
            <p:nvPr/>
          </p:nvGrpSpPr>
          <p:grpSpPr>
            <a:xfrm>
              <a:off x="-175" y="664293"/>
              <a:ext cx="318794" cy="653721"/>
              <a:chOff x="5385375" y="498300"/>
              <a:chExt cx="802200" cy="556500"/>
            </a:xfrm>
          </p:grpSpPr>
          <p:sp>
            <p:nvSpPr>
              <p:cNvPr id="239" name="Google Shape;239;p16"/>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6"/>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6"/>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 name="Google Shape;242;p16"/>
            <p:cNvSpPr/>
            <p:nvPr/>
          </p:nvSpPr>
          <p:spPr>
            <a:xfrm>
              <a:off x="666125" y="660475"/>
              <a:ext cx="666300" cy="66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6"/>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 name="Google Shape;244;p16"/>
            <p:cNvGrpSpPr/>
            <p:nvPr/>
          </p:nvGrpSpPr>
          <p:grpSpPr>
            <a:xfrm>
              <a:off x="8994728" y="670955"/>
              <a:ext cx="149289" cy="653721"/>
              <a:chOff x="5385375" y="498300"/>
              <a:chExt cx="802200" cy="556500"/>
            </a:xfrm>
          </p:grpSpPr>
          <p:sp>
            <p:nvSpPr>
              <p:cNvPr id="245" name="Google Shape;245;p16"/>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6"/>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 name="Google Shape;248;p16"/>
            <p:cNvGrpSpPr/>
            <p:nvPr/>
          </p:nvGrpSpPr>
          <p:grpSpPr>
            <a:xfrm>
              <a:off x="7508545" y="3014000"/>
              <a:ext cx="666403" cy="1475799"/>
              <a:chOff x="7508545" y="664625"/>
              <a:chExt cx="666403" cy="1475799"/>
            </a:xfrm>
          </p:grpSpPr>
          <p:sp>
            <p:nvSpPr>
              <p:cNvPr id="249" name="Google Shape;249;p16"/>
              <p:cNvSpPr/>
              <p:nvPr/>
            </p:nvSpPr>
            <p:spPr>
              <a:xfrm>
                <a:off x="7508545" y="66462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6"/>
              <p:cNvSpPr/>
              <p:nvPr/>
            </p:nvSpPr>
            <p:spPr>
              <a:xfrm>
                <a:off x="7710872" y="66462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a:off x="7913198" y="66462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
              <p:cNvSpPr/>
              <p:nvPr/>
            </p:nvSpPr>
            <p:spPr>
              <a:xfrm>
                <a:off x="7508545" y="86696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6"/>
              <p:cNvSpPr/>
              <p:nvPr/>
            </p:nvSpPr>
            <p:spPr>
              <a:xfrm>
                <a:off x="7710872" y="86696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p:nvPr/>
            </p:nvSpPr>
            <p:spPr>
              <a:xfrm>
                <a:off x="7913198" y="86696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6"/>
              <p:cNvSpPr/>
              <p:nvPr/>
            </p:nvSpPr>
            <p:spPr>
              <a:xfrm>
                <a:off x="7508545" y="106930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6"/>
              <p:cNvSpPr/>
              <p:nvPr/>
            </p:nvSpPr>
            <p:spPr>
              <a:xfrm>
                <a:off x="7710872" y="106930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6"/>
              <p:cNvSpPr/>
              <p:nvPr/>
            </p:nvSpPr>
            <p:spPr>
              <a:xfrm>
                <a:off x="7913198" y="106930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
              <p:cNvSpPr/>
              <p:nvPr/>
            </p:nvSpPr>
            <p:spPr>
              <a:xfrm>
                <a:off x="7508545" y="127164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
              <p:cNvSpPr/>
              <p:nvPr/>
            </p:nvSpPr>
            <p:spPr>
              <a:xfrm>
                <a:off x="7710872" y="127164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6"/>
              <p:cNvSpPr/>
              <p:nvPr/>
            </p:nvSpPr>
            <p:spPr>
              <a:xfrm>
                <a:off x="7913198" y="127164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
              <p:cNvSpPr/>
              <p:nvPr/>
            </p:nvSpPr>
            <p:spPr>
              <a:xfrm>
                <a:off x="8115524" y="66462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a:off x="8115524" y="86696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8115524" y="106930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
              <p:cNvSpPr/>
              <p:nvPr/>
            </p:nvSpPr>
            <p:spPr>
              <a:xfrm>
                <a:off x="8115549" y="127164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6"/>
              <p:cNvSpPr/>
              <p:nvPr/>
            </p:nvSpPr>
            <p:spPr>
              <a:xfrm>
                <a:off x="7508545"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6"/>
              <p:cNvSpPr/>
              <p:nvPr/>
            </p:nvSpPr>
            <p:spPr>
              <a:xfrm>
                <a:off x="7710872"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
              <p:cNvSpPr/>
              <p:nvPr/>
            </p:nvSpPr>
            <p:spPr>
              <a:xfrm>
                <a:off x="7913198"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6"/>
              <p:cNvSpPr/>
              <p:nvPr/>
            </p:nvSpPr>
            <p:spPr>
              <a:xfrm>
                <a:off x="7508545"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6"/>
              <p:cNvSpPr/>
              <p:nvPr/>
            </p:nvSpPr>
            <p:spPr>
              <a:xfrm>
                <a:off x="7710872"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6"/>
              <p:cNvSpPr/>
              <p:nvPr/>
            </p:nvSpPr>
            <p:spPr>
              <a:xfrm>
                <a:off x="7913198"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6"/>
              <p:cNvSpPr/>
              <p:nvPr/>
            </p:nvSpPr>
            <p:spPr>
              <a:xfrm>
                <a:off x="7508545"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6"/>
              <p:cNvSpPr/>
              <p:nvPr/>
            </p:nvSpPr>
            <p:spPr>
              <a:xfrm>
                <a:off x="7710872"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6"/>
              <p:cNvSpPr/>
              <p:nvPr/>
            </p:nvSpPr>
            <p:spPr>
              <a:xfrm>
                <a:off x="7913198"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6"/>
              <p:cNvSpPr/>
              <p:nvPr/>
            </p:nvSpPr>
            <p:spPr>
              <a:xfrm>
                <a:off x="7508545"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6"/>
              <p:cNvSpPr/>
              <p:nvPr/>
            </p:nvSpPr>
            <p:spPr>
              <a:xfrm>
                <a:off x="7710872"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6"/>
              <p:cNvSpPr/>
              <p:nvPr/>
            </p:nvSpPr>
            <p:spPr>
              <a:xfrm>
                <a:off x="7913198"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6"/>
              <p:cNvSpPr/>
              <p:nvPr/>
            </p:nvSpPr>
            <p:spPr>
              <a:xfrm>
                <a:off x="8115524"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6"/>
              <p:cNvSpPr/>
              <p:nvPr/>
            </p:nvSpPr>
            <p:spPr>
              <a:xfrm>
                <a:off x="8115524"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6"/>
              <p:cNvSpPr/>
              <p:nvPr/>
            </p:nvSpPr>
            <p:spPr>
              <a:xfrm>
                <a:off x="8115524"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6"/>
              <p:cNvSpPr/>
              <p:nvPr/>
            </p:nvSpPr>
            <p:spPr>
              <a:xfrm>
                <a:off x="8115549"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 name="Google Shape;281;p16"/>
            <p:cNvGrpSpPr/>
            <p:nvPr/>
          </p:nvGrpSpPr>
          <p:grpSpPr>
            <a:xfrm>
              <a:off x="666070" y="4483438"/>
              <a:ext cx="666403" cy="666424"/>
              <a:chOff x="7996345" y="980275"/>
              <a:chExt cx="666403" cy="666424"/>
            </a:xfrm>
          </p:grpSpPr>
          <p:sp>
            <p:nvSpPr>
              <p:cNvPr id="282" name="Google Shape;282;p16"/>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6"/>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6"/>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6"/>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6"/>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6"/>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6"/>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8" name="Google Shape;298;p16"/>
          <p:cNvSpPr txBox="1"/>
          <p:nvPr>
            <p:ph idx="1" type="body"/>
          </p:nvPr>
        </p:nvSpPr>
        <p:spPr>
          <a:xfrm>
            <a:off x="1699000" y="660475"/>
            <a:ext cx="5045400" cy="3829200"/>
          </a:xfrm>
          <a:prstGeom prst="rect">
            <a:avLst/>
          </a:prstGeom>
        </p:spPr>
        <p:txBody>
          <a:bodyPr anchorCtr="0" anchor="t" bIns="0" lIns="0" spcFirstLastPara="1" rIns="0" wrap="square" tIns="0">
            <a:noAutofit/>
          </a:bodyPr>
          <a:lstStyle>
            <a:lvl1pPr indent="-457200" lvl="0" marL="457200" rtl="0">
              <a:lnSpc>
                <a:spcPct val="100000"/>
              </a:lnSpc>
              <a:spcBef>
                <a:spcPts val="600"/>
              </a:spcBef>
              <a:spcAft>
                <a:spcPts val="0"/>
              </a:spcAft>
              <a:buClr>
                <a:schemeClr val="lt1"/>
              </a:buClr>
              <a:buSzPts val="3600"/>
              <a:buFont typeface="Barlow SemiBold"/>
              <a:buChar char="▪"/>
              <a:defRPr sz="3600">
                <a:latin typeface="Barlow SemiBold"/>
                <a:ea typeface="Barlow SemiBold"/>
                <a:cs typeface="Barlow SemiBold"/>
                <a:sym typeface="Barlow SemiBold"/>
              </a:defRPr>
            </a:lvl1pPr>
            <a:lvl2pPr indent="-457200" lvl="1" marL="914400" rtl="0">
              <a:lnSpc>
                <a:spcPct val="100000"/>
              </a:lnSpc>
              <a:spcBef>
                <a:spcPts val="0"/>
              </a:spcBef>
              <a:spcAft>
                <a:spcPts val="0"/>
              </a:spcAft>
              <a:buClr>
                <a:schemeClr val="lt1"/>
              </a:buClr>
              <a:buSzPts val="3600"/>
              <a:buFont typeface="Barlow SemiBold"/>
              <a:buChar char="▫"/>
              <a:defRPr sz="3600">
                <a:latin typeface="Barlow SemiBold"/>
                <a:ea typeface="Barlow SemiBold"/>
                <a:cs typeface="Barlow SemiBold"/>
                <a:sym typeface="Barlow SemiBold"/>
              </a:defRPr>
            </a:lvl2pPr>
            <a:lvl3pPr indent="-457200" lvl="2" marL="13716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3pPr>
            <a:lvl4pPr indent="-457200" lvl="3" marL="18288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4pPr>
            <a:lvl5pPr indent="-457200" lvl="4" marL="22860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5pPr>
            <a:lvl6pPr indent="-457200" lvl="5" marL="27432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6pPr>
            <a:lvl7pPr indent="-457200" lvl="6" marL="32004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7pPr>
            <a:lvl8pPr indent="-457200" lvl="7" marL="36576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8pPr>
            <a:lvl9pPr indent="-457200" lvl="8" marL="41148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9pPr>
          </a:lstStyle>
          <a:p/>
        </p:txBody>
      </p:sp>
      <p:sp>
        <p:nvSpPr>
          <p:cNvPr id="299" name="Google Shape;299;p16"/>
          <p:cNvSpPr txBox="1"/>
          <p:nvPr/>
        </p:nvSpPr>
        <p:spPr>
          <a:xfrm>
            <a:off x="666125" y="574543"/>
            <a:ext cx="666300" cy="65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600">
                <a:solidFill>
                  <a:schemeClr val="lt1"/>
                </a:solidFill>
              </a:rPr>
              <a:t>“</a:t>
            </a:r>
            <a:endParaRPr sz="9600">
              <a:solidFill>
                <a:schemeClr val="lt1"/>
              </a:solidFill>
            </a:endParaRPr>
          </a:p>
        </p:txBody>
      </p:sp>
      <p:sp>
        <p:nvSpPr>
          <p:cNvPr id="300" name="Google Shape;300;p16"/>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301" name="Shape 301"/>
        <p:cNvGrpSpPr/>
        <p:nvPr/>
      </p:nvGrpSpPr>
      <p:grpSpPr>
        <a:xfrm>
          <a:off x="0" y="0"/>
          <a:ext cx="0" cy="0"/>
          <a:chOff x="0" y="0"/>
          <a:chExt cx="0" cy="0"/>
        </a:xfrm>
      </p:grpSpPr>
      <p:sp>
        <p:nvSpPr>
          <p:cNvPr id="302" name="Google Shape;302;p17"/>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03" name="Google Shape;303;p17"/>
          <p:cNvSpPr txBox="1"/>
          <p:nvPr>
            <p:ph idx="1" type="body"/>
          </p:nvPr>
        </p:nvSpPr>
        <p:spPr>
          <a:xfrm>
            <a:off x="1199775" y="1599700"/>
            <a:ext cx="6650700" cy="2886000"/>
          </a:xfrm>
          <a:prstGeom prst="rect">
            <a:avLst/>
          </a:prstGeom>
        </p:spPr>
        <p:txBody>
          <a:bodyPr anchorCtr="0" anchor="t" bIns="0" lIns="0" spcFirstLastPara="1" rIns="0" wrap="square" tIns="0">
            <a:noAutofit/>
          </a:bodyPr>
          <a:lstStyle>
            <a:lvl1pPr indent="-381000" lvl="0" marL="457200" rtl="0">
              <a:spcBef>
                <a:spcPts val="60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sp>
        <p:nvSpPr>
          <p:cNvPr id="304" name="Google Shape;304;p1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305" name="Google Shape;305;p17"/>
          <p:cNvGrpSpPr/>
          <p:nvPr/>
        </p:nvGrpSpPr>
        <p:grpSpPr>
          <a:xfrm>
            <a:off x="-207" y="0"/>
            <a:ext cx="9158157" cy="5149835"/>
            <a:chOff x="-207" y="0"/>
            <a:chExt cx="9158157" cy="5149835"/>
          </a:xfrm>
        </p:grpSpPr>
        <p:sp>
          <p:nvSpPr>
            <p:cNvPr id="306" name="Google Shape;306;p17"/>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7"/>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7"/>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9" name="Google Shape;309;p17"/>
            <p:cNvGrpSpPr/>
            <p:nvPr/>
          </p:nvGrpSpPr>
          <p:grpSpPr>
            <a:xfrm>
              <a:off x="-207" y="664293"/>
              <a:ext cx="155867" cy="653721"/>
              <a:chOff x="5385375" y="498300"/>
              <a:chExt cx="802200" cy="556500"/>
            </a:xfrm>
          </p:grpSpPr>
          <p:sp>
            <p:nvSpPr>
              <p:cNvPr id="310" name="Google Shape;310;p17"/>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7"/>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7"/>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 name="Google Shape;313;p17"/>
            <p:cNvGrpSpPr/>
            <p:nvPr/>
          </p:nvGrpSpPr>
          <p:grpSpPr>
            <a:xfrm>
              <a:off x="322384" y="4483463"/>
              <a:ext cx="666347" cy="666373"/>
              <a:chOff x="7134700" y="414375"/>
              <a:chExt cx="501919" cy="501900"/>
            </a:xfrm>
          </p:grpSpPr>
          <p:sp>
            <p:nvSpPr>
              <p:cNvPr id="314" name="Google Shape;314;p17"/>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7"/>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7"/>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7"/>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7"/>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7"/>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7"/>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7"/>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7"/>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7"/>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7"/>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7"/>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7"/>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7"/>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7"/>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 name="Google Shape;330;p17"/>
            <p:cNvGrpSpPr/>
            <p:nvPr/>
          </p:nvGrpSpPr>
          <p:grpSpPr>
            <a:xfrm>
              <a:off x="8832384" y="670955"/>
              <a:ext cx="311815" cy="653721"/>
              <a:chOff x="5385375" y="498300"/>
              <a:chExt cx="802200" cy="556500"/>
            </a:xfrm>
          </p:grpSpPr>
          <p:sp>
            <p:nvSpPr>
              <p:cNvPr id="331" name="Google Shape;331;p17"/>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4" name="Google Shape;334;p17"/>
          <p:cNvSpPr/>
          <p:nvPr/>
        </p:nvSpPr>
        <p:spPr>
          <a:xfrm>
            <a:off x="705975" y="4423000"/>
            <a:ext cx="351600" cy="72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AND_BODY_1">
    <p:spTree>
      <p:nvGrpSpPr>
        <p:cNvPr id="335" name="Shape 335"/>
        <p:cNvGrpSpPr/>
        <p:nvPr/>
      </p:nvGrpSpPr>
      <p:grpSpPr>
        <a:xfrm>
          <a:off x="0" y="0"/>
          <a:ext cx="0" cy="0"/>
          <a:chOff x="0" y="0"/>
          <a:chExt cx="0" cy="0"/>
        </a:xfrm>
      </p:grpSpPr>
      <p:sp>
        <p:nvSpPr>
          <p:cNvPr id="336" name="Google Shape;336;p18"/>
          <p:cNvSpPr/>
          <p:nvPr/>
        </p:nvSpPr>
        <p:spPr>
          <a:xfrm>
            <a:off x="6100358" y="13"/>
            <a:ext cx="3050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8"/>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8"/>
          <p:cNvSpPr/>
          <p:nvPr/>
        </p:nvSpPr>
        <p:spPr>
          <a:xfrm>
            <a:off x="322375" y="646500"/>
            <a:ext cx="44706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 name="Google Shape;339;p18"/>
          <p:cNvGrpSpPr/>
          <p:nvPr/>
        </p:nvGrpSpPr>
        <p:grpSpPr>
          <a:xfrm>
            <a:off x="-207" y="646493"/>
            <a:ext cx="155867" cy="653721"/>
            <a:chOff x="5385375" y="498300"/>
            <a:chExt cx="802200" cy="556500"/>
          </a:xfrm>
        </p:grpSpPr>
        <p:sp>
          <p:nvSpPr>
            <p:cNvPr id="340" name="Google Shape;340;p18"/>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8"/>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8"/>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18"/>
          <p:cNvGrpSpPr/>
          <p:nvPr/>
        </p:nvGrpSpPr>
        <p:grpSpPr>
          <a:xfrm>
            <a:off x="5434002" y="4483463"/>
            <a:ext cx="666347" cy="666373"/>
            <a:chOff x="7134700" y="414375"/>
            <a:chExt cx="501919" cy="501900"/>
          </a:xfrm>
        </p:grpSpPr>
        <p:sp>
          <p:nvSpPr>
            <p:cNvPr id="344" name="Google Shape;344;p18"/>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8"/>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8"/>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8"/>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8"/>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8"/>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8"/>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8"/>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8"/>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8"/>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8"/>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8"/>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8"/>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 name="Google Shape;360;p18"/>
          <p:cNvGrpSpPr/>
          <p:nvPr/>
        </p:nvGrpSpPr>
        <p:grpSpPr>
          <a:xfrm rot="-5400000">
            <a:off x="8018100" y="-167410"/>
            <a:ext cx="318554" cy="653721"/>
            <a:chOff x="5385375" y="498300"/>
            <a:chExt cx="802200" cy="556500"/>
          </a:xfrm>
        </p:grpSpPr>
        <p:sp>
          <p:nvSpPr>
            <p:cNvPr id="361" name="Google Shape;361;p18"/>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8"/>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4" name="Google Shape;364;p18"/>
          <p:cNvSpPr txBox="1"/>
          <p:nvPr>
            <p:ph type="title"/>
          </p:nvPr>
        </p:nvSpPr>
        <p:spPr>
          <a:xfrm>
            <a:off x="508700" y="646500"/>
            <a:ext cx="4284300" cy="653700"/>
          </a:xfrm>
          <a:prstGeom prst="rect">
            <a:avLst/>
          </a:prstGeom>
        </p:spPr>
        <p:txBody>
          <a:bodyPr anchorCtr="0" anchor="ctr" bIns="0" lIns="0" spcFirstLastPara="1" rIns="0" wrap="square" tIns="0">
            <a:noAutofit/>
          </a:bodyPr>
          <a:lstStyle>
            <a:lvl1pPr lvl="0" rtl="0">
              <a:lnSpc>
                <a:spcPct val="80000"/>
              </a:lnSpc>
              <a:spcBef>
                <a:spcPts val="0"/>
              </a:spcBef>
              <a:spcAft>
                <a:spcPts val="0"/>
              </a:spcAft>
              <a:buSzPts val="2600"/>
              <a:buNone/>
              <a:defRPr/>
            </a:lvl1pPr>
            <a:lvl2pPr lvl="1" rtl="0">
              <a:lnSpc>
                <a:spcPct val="80000"/>
              </a:lnSpc>
              <a:spcBef>
                <a:spcPts val="0"/>
              </a:spcBef>
              <a:spcAft>
                <a:spcPts val="0"/>
              </a:spcAft>
              <a:buSzPts val="2400"/>
              <a:buNone/>
              <a:defRPr sz="2400"/>
            </a:lvl2pPr>
            <a:lvl3pPr lvl="2" rtl="0">
              <a:lnSpc>
                <a:spcPct val="80000"/>
              </a:lnSpc>
              <a:spcBef>
                <a:spcPts val="0"/>
              </a:spcBef>
              <a:spcAft>
                <a:spcPts val="0"/>
              </a:spcAft>
              <a:buSzPts val="2400"/>
              <a:buNone/>
              <a:defRPr sz="2400"/>
            </a:lvl3pPr>
            <a:lvl4pPr lvl="3" rtl="0">
              <a:lnSpc>
                <a:spcPct val="80000"/>
              </a:lnSpc>
              <a:spcBef>
                <a:spcPts val="0"/>
              </a:spcBef>
              <a:spcAft>
                <a:spcPts val="0"/>
              </a:spcAft>
              <a:buSzPts val="2400"/>
              <a:buNone/>
              <a:defRPr sz="2400"/>
            </a:lvl4pPr>
            <a:lvl5pPr lvl="4" rtl="0">
              <a:lnSpc>
                <a:spcPct val="80000"/>
              </a:lnSpc>
              <a:spcBef>
                <a:spcPts val="0"/>
              </a:spcBef>
              <a:spcAft>
                <a:spcPts val="0"/>
              </a:spcAft>
              <a:buSzPts val="2400"/>
              <a:buNone/>
              <a:defRPr sz="2400"/>
            </a:lvl5pPr>
            <a:lvl6pPr lvl="5" rtl="0">
              <a:lnSpc>
                <a:spcPct val="80000"/>
              </a:lnSpc>
              <a:spcBef>
                <a:spcPts val="0"/>
              </a:spcBef>
              <a:spcAft>
                <a:spcPts val="0"/>
              </a:spcAft>
              <a:buSzPts val="2400"/>
              <a:buNone/>
              <a:defRPr sz="2400"/>
            </a:lvl6pPr>
            <a:lvl7pPr lvl="6" rtl="0">
              <a:lnSpc>
                <a:spcPct val="80000"/>
              </a:lnSpc>
              <a:spcBef>
                <a:spcPts val="0"/>
              </a:spcBef>
              <a:spcAft>
                <a:spcPts val="0"/>
              </a:spcAft>
              <a:buSzPts val="2400"/>
              <a:buNone/>
              <a:defRPr sz="2400"/>
            </a:lvl7pPr>
            <a:lvl8pPr lvl="7" rtl="0">
              <a:lnSpc>
                <a:spcPct val="80000"/>
              </a:lnSpc>
              <a:spcBef>
                <a:spcPts val="0"/>
              </a:spcBef>
              <a:spcAft>
                <a:spcPts val="0"/>
              </a:spcAft>
              <a:buSzPts val="2400"/>
              <a:buNone/>
              <a:defRPr sz="2400"/>
            </a:lvl8pPr>
            <a:lvl9pPr lvl="8" rtl="0">
              <a:lnSpc>
                <a:spcPct val="80000"/>
              </a:lnSpc>
              <a:spcBef>
                <a:spcPts val="0"/>
              </a:spcBef>
              <a:spcAft>
                <a:spcPts val="0"/>
              </a:spcAft>
              <a:buSzPts val="2400"/>
              <a:buNone/>
              <a:defRPr sz="2400"/>
            </a:lvl9pPr>
          </a:lstStyle>
          <a:p/>
        </p:txBody>
      </p:sp>
      <p:sp>
        <p:nvSpPr>
          <p:cNvPr id="365" name="Google Shape;365;p18"/>
          <p:cNvSpPr txBox="1"/>
          <p:nvPr>
            <p:ph idx="1" type="body"/>
          </p:nvPr>
        </p:nvSpPr>
        <p:spPr>
          <a:xfrm>
            <a:off x="508700" y="1599700"/>
            <a:ext cx="4284300" cy="2886000"/>
          </a:xfrm>
          <a:prstGeom prst="rect">
            <a:avLst/>
          </a:prstGeom>
        </p:spPr>
        <p:txBody>
          <a:bodyPr anchorCtr="0" anchor="t" bIns="0" lIns="0" spcFirstLastPara="1" rIns="0" wrap="square" tIns="0">
            <a:noAutofit/>
          </a:bodyPr>
          <a:lstStyle>
            <a:lvl1pPr indent="-381000" lvl="0" marL="457200" rtl="0">
              <a:spcBef>
                <a:spcPts val="60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sp>
        <p:nvSpPr>
          <p:cNvPr id="366" name="Google Shape;366;p1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67" name="Shape 367"/>
        <p:cNvGrpSpPr/>
        <p:nvPr/>
      </p:nvGrpSpPr>
      <p:grpSpPr>
        <a:xfrm>
          <a:off x="0" y="0"/>
          <a:ext cx="0" cy="0"/>
          <a:chOff x="0" y="0"/>
          <a:chExt cx="0" cy="0"/>
        </a:xfrm>
      </p:grpSpPr>
      <p:grpSp>
        <p:nvGrpSpPr>
          <p:cNvPr id="368" name="Google Shape;368;p19"/>
          <p:cNvGrpSpPr/>
          <p:nvPr/>
        </p:nvGrpSpPr>
        <p:grpSpPr>
          <a:xfrm>
            <a:off x="-207" y="0"/>
            <a:ext cx="9158157" cy="5149835"/>
            <a:chOff x="-207" y="0"/>
            <a:chExt cx="9158157" cy="5149835"/>
          </a:xfrm>
        </p:grpSpPr>
        <p:sp>
          <p:nvSpPr>
            <p:cNvPr id="369" name="Google Shape;369;p19"/>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9"/>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9"/>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19"/>
            <p:cNvGrpSpPr/>
            <p:nvPr/>
          </p:nvGrpSpPr>
          <p:grpSpPr>
            <a:xfrm>
              <a:off x="-207" y="664293"/>
              <a:ext cx="155867" cy="653721"/>
              <a:chOff x="5385375" y="498300"/>
              <a:chExt cx="802200" cy="556500"/>
            </a:xfrm>
          </p:grpSpPr>
          <p:sp>
            <p:nvSpPr>
              <p:cNvPr id="373" name="Google Shape;373;p19"/>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9"/>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9"/>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 name="Google Shape;376;p19"/>
            <p:cNvGrpSpPr/>
            <p:nvPr/>
          </p:nvGrpSpPr>
          <p:grpSpPr>
            <a:xfrm>
              <a:off x="322384" y="4483463"/>
              <a:ext cx="666347" cy="666373"/>
              <a:chOff x="7134700" y="414375"/>
              <a:chExt cx="501919" cy="501900"/>
            </a:xfrm>
          </p:grpSpPr>
          <p:sp>
            <p:nvSpPr>
              <p:cNvPr id="377" name="Google Shape;377;p19"/>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9"/>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9"/>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9"/>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9"/>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9"/>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9"/>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9"/>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9"/>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9"/>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9"/>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 name="Google Shape;393;p19"/>
            <p:cNvGrpSpPr/>
            <p:nvPr/>
          </p:nvGrpSpPr>
          <p:grpSpPr>
            <a:xfrm>
              <a:off x="8832384" y="670955"/>
              <a:ext cx="311815" cy="653721"/>
              <a:chOff x="5385375" y="498300"/>
              <a:chExt cx="802200" cy="556500"/>
            </a:xfrm>
          </p:grpSpPr>
          <p:sp>
            <p:nvSpPr>
              <p:cNvPr id="394" name="Google Shape;394;p19"/>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9"/>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7" name="Google Shape;397;p19"/>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98" name="Google Shape;398;p19"/>
          <p:cNvSpPr txBox="1"/>
          <p:nvPr>
            <p:ph idx="1" type="body"/>
          </p:nvPr>
        </p:nvSpPr>
        <p:spPr>
          <a:xfrm>
            <a:off x="1172650" y="1599700"/>
            <a:ext cx="3447300" cy="28902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399" name="Google Shape;399;p19"/>
          <p:cNvSpPr txBox="1"/>
          <p:nvPr>
            <p:ph idx="2" type="body"/>
          </p:nvPr>
        </p:nvSpPr>
        <p:spPr>
          <a:xfrm>
            <a:off x="5056888" y="1599700"/>
            <a:ext cx="3447300" cy="28902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400" name="Google Shape;400;p19"/>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401" name="Shape 401"/>
        <p:cNvGrpSpPr/>
        <p:nvPr/>
      </p:nvGrpSpPr>
      <p:grpSpPr>
        <a:xfrm>
          <a:off x="0" y="0"/>
          <a:ext cx="0" cy="0"/>
          <a:chOff x="0" y="0"/>
          <a:chExt cx="0" cy="0"/>
        </a:xfrm>
      </p:grpSpPr>
      <p:grpSp>
        <p:nvGrpSpPr>
          <p:cNvPr id="402" name="Google Shape;402;p20"/>
          <p:cNvGrpSpPr/>
          <p:nvPr/>
        </p:nvGrpSpPr>
        <p:grpSpPr>
          <a:xfrm>
            <a:off x="-207" y="0"/>
            <a:ext cx="9158157" cy="5149835"/>
            <a:chOff x="-207" y="0"/>
            <a:chExt cx="9158157" cy="5149835"/>
          </a:xfrm>
        </p:grpSpPr>
        <p:sp>
          <p:nvSpPr>
            <p:cNvPr id="403" name="Google Shape;403;p20"/>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0"/>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0"/>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 name="Google Shape;406;p20"/>
            <p:cNvGrpSpPr/>
            <p:nvPr/>
          </p:nvGrpSpPr>
          <p:grpSpPr>
            <a:xfrm>
              <a:off x="-207" y="664293"/>
              <a:ext cx="155867" cy="653721"/>
              <a:chOff x="5385375" y="498300"/>
              <a:chExt cx="802200" cy="556500"/>
            </a:xfrm>
          </p:grpSpPr>
          <p:sp>
            <p:nvSpPr>
              <p:cNvPr id="407" name="Google Shape;407;p20"/>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0"/>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0"/>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 name="Google Shape;410;p20"/>
            <p:cNvGrpSpPr/>
            <p:nvPr/>
          </p:nvGrpSpPr>
          <p:grpSpPr>
            <a:xfrm>
              <a:off x="322384" y="4483463"/>
              <a:ext cx="666347" cy="666373"/>
              <a:chOff x="7134700" y="414375"/>
              <a:chExt cx="501919" cy="501900"/>
            </a:xfrm>
          </p:grpSpPr>
          <p:sp>
            <p:nvSpPr>
              <p:cNvPr id="411" name="Google Shape;411;p20"/>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0"/>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0"/>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0"/>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0"/>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0"/>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0"/>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0"/>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0"/>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0"/>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0"/>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0"/>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 name="Google Shape;427;p20"/>
            <p:cNvGrpSpPr/>
            <p:nvPr/>
          </p:nvGrpSpPr>
          <p:grpSpPr>
            <a:xfrm>
              <a:off x="8832384" y="670955"/>
              <a:ext cx="311815" cy="653721"/>
              <a:chOff x="5385375" y="498300"/>
              <a:chExt cx="802200" cy="556500"/>
            </a:xfrm>
          </p:grpSpPr>
          <p:sp>
            <p:nvSpPr>
              <p:cNvPr id="428" name="Google Shape;428;p20"/>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0"/>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0"/>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1" name="Google Shape;431;p20"/>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32" name="Google Shape;432;p20"/>
          <p:cNvSpPr txBox="1"/>
          <p:nvPr>
            <p:ph idx="1" type="body"/>
          </p:nvPr>
        </p:nvSpPr>
        <p:spPr>
          <a:xfrm>
            <a:off x="1165875"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433" name="Google Shape;433;p20"/>
          <p:cNvSpPr txBox="1"/>
          <p:nvPr>
            <p:ph idx="2" type="body"/>
          </p:nvPr>
        </p:nvSpPr>
        <p:spPr>
          <a:xfrm>
            <a:off x="3706438"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434" name="Google Shape;434;p20"/>
          <p:cNvSpPr txBox="1"/>
          <p:nvPr>
            <p:ph idx="3" type="body"/>
          </p:nvPr>
        </p:nvSpPr>
        <p:spPr>
          <a:xfrm>
            <a:off x="6247001"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435" name="Google Shape;435;p20"/>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6" name="Shape 436"/>
        <p:cNvGrpSpPr/>
        <p:nvPr/>
      </p:nvGrpSpPr>
      <p:grpSpPr>
        <a:xfrm>
          <a:off x="0" y="0"/>
          <a:ext cx="0" cy="0"/>
          <a:chOff x="0" y="0"/>
          <a:chExt cx="0" cy="0"/>
        </a:xfrm>
      </p:grpSpPr>
      <p:grpSp>
        <p:nvGrpSpPr>
          <p:cNvPr id="437" name="Google Shape;437;p21"/>
          <p:cNvGrpSpPr/>
          <p:nvPr/>
        </p:nvGrpSpPr>
        <p:grpSpPr>
          <a:xfrm>
            <a:off x="-207" y="0"/>
            <a:ext cx="9158157" cy="5149835"/>
            <a:chOff x="-207" y="0"/>
            <a:chExt cx="9158157" cy="5149835"/>
          </a:xfrm>
        </p:grpSpPr>
        <p:sp>
          <p:nvSpPr>
            <p:cNvPr id="438" name="Google Shape;438;p21"/>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1"/>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1"/>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 name="Google Shape;441;p21"/>
            <p:cNvGrpSpPr/>
            <p:nvPr/>
          </p:nvGrpSpPr>
          <p:grpSpPr>
            <a:xfrm>
              <a:off x="-207" y="664293"/>
              <a:ext cx="155867" cy="653721"/>
              <a:chOff x="5385375" y="498300"/>
              <a:chExt cx="802200" cy="556500"/>
            </a:xfrm>
          </p:grpSpPr>
          <p:sp>
            <p:nvSpPr>
              <p:cNvPr id="442" name="Google Shape;442;p21"/>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1"/>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1"/>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 name="Google Shape;445;p21"/>
            <p:cNvGrpSpPr/>
            <p:nvPr/>
          </p:nvGrpSpPr>
          <p:grpSpPr>
            <a:xfrm>
              <a:off x="322384" y="4483463"/>
              <a:ext cx="666347" cy="666373"/>
              <a:chOff x="7134700" y="414375"/>
              <a:chExt cx="501919" cy="501900"/>
            </a:xfrm>
          </p:grpSpPr>
          <p:sp>
            <p:nvSpPr>
              <p:cNvPr id="446" name="Google Shape;446;p21"/>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1"/>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1"/>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1"/>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1"/>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1"/>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1"/>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1"/>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1"/>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1"/>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1"/>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1"/>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1"/>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1"/>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1"/>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 name="Google Shape;462;p21"/>
            <p:cNvGrpSpPr/>
            <p:nvPr/>
          </p:nvGrpSpPr>
          <p:grpSpPr>
            <a:xfrm>
              <a:off x="8832384" y="670955"/>
              <a:ext cx="311815" cy="653721"/>
              <a:chOff x="5385375" y="498300"/>
              <a:chExt cx="802200" cy="556500"/>
            </a:xfrm>
          </p:grpSpPr>
          <p:sp>
            <p:nvSpPr>
              <p:cNvPr id="463" name="Google Shape;463;p21"/>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1"/>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6" name="Google Shape;466;p21"/>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67" name="Google Shape;467;p21"/>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8" name="Shape 468"/>
        <p:cNvGrpSpPr/>
        <p:nvPr/>
      </p:nvGrpSpPr>
      <p:grpSpPr>
        <a:xfrm>
          <a:off x="0" y="0"/>
          <a:ext cx="0" cy="0"/>
          <a:chOff x="0" y="0"/>
          <a:chExt cx="0" cy="0"/>
        </a:xfrm>
      </p:grpSpPr>
      <p:sp>
        <p:nvSpPr>
          <p:cNvPr id="469" name="Google Shape;469;p22"/>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2"/>
          <p:cNvSpPr/>
          <p:nvPr/>
        </p:nvSpPr>
        <p:spPr>
          <a:xfrm>
            <a:off x="0" y="0"/>
            <a:ext cx="6537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2"/>
          <p:cNvSpPr/>
          <p:nvPr/>
        </p:nvSpPr>
        <p:spPr>
          <a:xfrm>
            <a:off x="322375" y="4489799"/>
            <a:ext cx="7524000" cy="331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 name="Google Shape;472;p22"/>
          <p:cNvGrpSpPr/>
          <p:nvPr/>
        </p:nvGrpSpPr>
        <p:grpSpPr>
          <a:xfrm>
            <a:off x="-207" y="664293"/>
            <a:ext cx="155867" cy="653721"/>
            <a:chOff x="5385375" y="498300"/>
            <a:chExt cx="802200" cy="556500"/>
          </a:xfrm>
        </p:grpSpPr>
        <p:sp>
          <p:nvSpPr>
            <p:cNvPr id="473" name="Google Shape;473;p22"/>
            <p:cNvSpPr/>
            <p:nvPr/>
          </p:nvSpPr>
          <p:spPr>
            <a:xfrm>
              <a:off x="5385375" y="4983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2"/>
            <p:cNvSpPr/>
            <p:nvPr/>
          </p:nvSpPr>
          <p:spPr>
            <a:xfrm>
              <a:off x="5385375" y="7269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2"/>
            <p:cNvSpPr/>
            <p:nvPr/>
          </p:nvSpPr>
          <p:spPr>
            <a:xfrm>
              <a:off x="5385375" y="9555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 name="Google Shape;476;p22"/>
          <p:cNvGrpSpPr/>
          <p:nvPr/>
        </p:nvGrpSpPr>
        <p:grpSpPr>
          <a:xfrm>
            <a:off x="322384" y="657975"/>
            <a:ext cx="666347" cy="666373"/>
            <a:chOff x="7134700" y="414375"/>
            <a:chExt cx="501919" cy="501900"/>
          </a:xfrm>
        </p:grpSpPr>
        <p:sp>
          <p:nvSpPr>
            <p:cNvPr id="477" name="Google Shape;477;p22"/>
            <p:cNvSpPr/>
            <p:nvPr/>
          </p:nvSpPr>
          <p:spPr>
            <a:xfrm>
              <a:off x="71347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2"/>
            <p:cNvSpPr/>
            <p:nvPr/>
          </p:nvSpPr>
          <p:spPr>
            <a:xfrm>
              <a:off x="72871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2"/>
            <p:cNvSpPr/>
            <p:nvPr/>
          </p:nvSpPr>
          <p:spPr>
            <a:xfrm>
              <a:off x="74395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22"/>
            <p:cNvSpPr/>
            <p:nvPr/>
          </p:nvSpPr>
          <p:spPr>
            <a:xfrm>
              <a:off x="71347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2"/>
            <p:cNvSpPr/>
            <p:nvPr/>
          </p:nvSpPr>
          <p:spPr>
            <a:xfrm>
              <a:off x="72871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2"/>
            <p:cNvSpPr/>
            <p:nvPr/>
          </p:nvSpPr>
          <p:spPr>
            <a:xfrm>
              <a:off x="74395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2"/>
            <p:cNvSpPr/>
            <p:nvPr/>
          </p:nvSpPr>
          <p:spPr>
            <a:xfrm>
              <a:off x="71347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2"/>
            <p:cNvSpPr/>
            <p:nvPr/>
          </p:nvSpPr>
          <p:spPr>
            <a:xfrm>
              <a:off x="72871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2"/>
            <p:cNvSpPr/>
            <p:nvPr/>
          </p:nvSpPr>
          <p:spPr>
            <a:xfrm>
              <a:off x="74395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2"/>
            <p:cNvSpPr/>
            <p:nvPr/>
          </p:nvSpPr>
          <p:spPr>
            <a:xfrm>
              <a:off x="71347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2"/>
            <p:cNvSpPr/>
            <p:nvPr/>
          </p:nvSpPr>
          <p:spPr>
            <a:xfrm>
              <a:off x="72871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2"/>
            <p:cNvSpPr/>
            <p:nvPr/>
          </p:nvSpPr>
          <p:spPr>
            <a:xfrm>
              <a:off x="74395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2"/>
            <p:cNvSpPr/>
            <p:nvPr/>
          </p:nvSpPr>
          <p:spPr>
            <a:xfrm>
              <a:off x="75919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2"/>
            <p:cNvSpPr/>
            <p:nvPr/>
          </p:nvSpPr>
          <p:spPr>
            <a:xfrm>
              <a:off x="75919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2"/>
            <p:cNvSpPr/>
            <p:nvPr/>
          </p:nvSpPr>
          <p:spPr>
            <a:xfrm>
              <a:off x="75919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2"/>
            <p:cNvSpPr/>
            <p:nvPr/>
          </p:nvSpPr>
          <p:spPr>
            <a:xfrm>
              <a:off x="7591919"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3" name="Google Shape;493;p22"/>
          <p:cNvGrpSpPr/>
          <p:nvPr/>
        </p:nvGrpSpPr>
        <p:grpSpPr>
          <a:xfrm>
            <a:off x="8832384" y="670955"/>
            <a:ext cx="311815" cy="653721"/>
            <a:chOff x="5385375" y="498300"/>
            <a:chExt cx="802200" cy="556500"/>
          </a:xfrm>
        </p:grpSpPr>
        <p:sp>
          <p:nvSpPr>
            <p:cNvPr id="494" name="Google Shape;494;p22"/>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2"/>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2"/>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 name="Google Shape;497;p22"/>
          <p:cNvSpPr txBox="1"/>
          <p:nvPr>
            <p:ph idx="1" type="body"/>
          </p:nvPr>
        </p:nvSpPr>
        <p:spPr>
          <a:xfrm>
            <a:off x="650725" y="4489800"/>
            <a:ext cx="7195800" cy="331200"/>
          </a:xfrm>
          <a:prstGeom prst="rect">
            <a:avLst/>
          </a:prstGeom>
        </p:spPr>
        <p:txBody>
          <a:bodyPr anchorCtr="0" anchor="ctr" bIns="0" lIns="0" spcFirstLastPara="1" rIns="0" wrap="square" tIns="0">
            <a:noAutofit/>
          </a:bodyPr>
          <a:lstStyle>
            <a:lvl1pPr indent="-228600" lvl="0" marL="457200" rtl="0">
              <a:spcBef>
                <a:spcPts val="360"/>
              </a:spcBef>
              <a:spcAft>
                <a:spcPts val="0"/>
              </a:spcAft>
              <a:buSzPts val="1400"/>
              <a:buNone/>
              <a:defRPr sz="1400"/>
            </a:lvl1pPr>
          </a:lstStyle>
          <a:p/>
        </p:txBody>
      </p:sp>
      <p:sp>
        <p:nvSpPr>
          <p:cNvPr id="498" name="Google Shape;498;p22"/>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variant 1" type="blank">
  <p:cSld name="BLANK">
    <p:spTree>
      <p:nvGrpSpPr>
        <p:cNvPr id="499" name="Shape 499"/>
        <p:cNvGrpSpPr/>
        <p:nvPr/>
      </p:nvGrpSpPr>
      <p:grpSpPr>
        <a:xfrm>
          <a:off x="0" y="0"/>
          <a:ext cx="0" cy="0"/>
          <a:chOff x="0" y="0"/>
          <a:chExt cx="0" cy="0"/>
        </a:xfrm>
      </p:grpSpPr>
      <p:grpSp>
        <p:nvGrpSpPr>
          <p:cNvPr id="500" name="Google Shape;500;p23"/>
          <p:cNvGrpSpPr/>
          <p:nvPr/>
        </p:nvGrpSpPr>
        <p:grpSpPr>
          <a:xfrm>
            <a:off x="-207" y="0"/>
            <a:ext cx="9158157" cy="5149835"/>
            <a:chOff x="-207" y="0"/>
            <a:chExt cx="9158157" cy="5149835"/>
          </a:xfrm>
        </p:grpSpPr>
        <p:sp>
          <p:nvSpPr>
            <p:cNvPr id="501" name="Google Shape;501;p23"/>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3"/>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 name="Google Shape;503;p23"/>
            <p:cNvGrpSpPr/>
            <p:nvPr/>
          </p:nvGrpSpPr>
          <p:grpSpPr>
            <a:xfrm>
              <a:off x="-207" y="664293"/>
              <a:ext cx="155867" cy="653721"/>
              <a:chOff x="5385375" y="498300"/>
              <a:chExt cx="802200" cy="556500"/>
            </a:xfrm>
          </p:grpSpPr>
          <p:sp>
            <p:nvSpPr>
              <p:cNvPr id="504" name="Google Shape;504;p23"/>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3"/>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3"/>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 name="Google Shape;507;p23"/>
            <p:cNvGrpSpPr/>
            <p:nvPr/>
          </p:nvGrpSpPr>
          <p:grpSpPr>
            <a:xfrm>
              <a:off x="322384" y="4483463"/>
              <a:ext cx="666347" cy="666373"/>
              <a:chOff x="7134700" y="414375"/>
              <a:chExt cx="501919" cy="501900"/>
            </a:xfrm>
          </p:grpSpPr>
          <p:sp>
            <p:nvSpPr>
              <p:cNvPr id="508" name="Google Shape;508;p23"/>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3"/>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3"/>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3"/>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3"/>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3"/>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3"/>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3"/>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3"/>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3"/>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3"/>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3"/>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3"/>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3"/>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3"/>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3"/>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 name="Google Shape;524;p23"/>
            <p:cNvGrpSpPr/>
            <p:nvPr/>
          </p:nvGrpSpPr>
          <p:grpSpPr>
            <a:xfrm>
              <a:off x="8832384" y="670955"/>
              <a:ext cx="311815" cy="653721"/>
              <a:chOff x="5385375" y="498300"/>
              <a:chExt cx="802200" cy="556500"/>
            </a:xfrm>
          </p:grpSpPr>
          <p:sp>
            <p:nvSpPr>
              <p:cNvPr id="525" name="Google Shape;525;p23"/>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3"/>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3"/>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8" name="Google Shape;528;p23"/>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variant 2">
  <p:cSld name="BLANK_1">
    <p:spTree>
      <p:nvGrpSpPr>
        <p:cNvPr id="529" name="Shape 529"/>
        <p:cNvGrpSpPr/>
        <p:nvPr/>
      </p:nvGrpSpPr>
      <p:grpSpPr>
        <a:xfrm>
          <a:off x="0" y="0"/>
          <a:ext cx="0" cy="0"/>
          <a:chOff x="0" y="0"/>
          <a:chExt cx="0" cy="0"/>
        </a:xfrm>
      </p:grpSpPr>
      <p:sp>
        <p:nvSpPr>
          <p:cNvPr id="530" name="Google Shape;530;p24"/>
          <p:cNvSpPr/>
          <p:nvPr/>
        </p:nvSpPr>
        <p:spPr>
          <a:xfrm>
            <a:off x="8490504" y="4489800"/>
            <a:ext cx="653700" cy="653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4"/>
          <p:cNvSpPr/>
          <p:nvPr/>
        </p:nvSpPr>
        <p:spPr>
          <a:xfrm>
            <a:off x="0" y="0"/>
            <a:ext cx="6537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2" name="Google Shape;532;p24"/>
          <p:cNvGrpSpPr/>
          <p:nvPr/>
        </p:nvGrpSpPr>
        <p:grpSpPr>
          <a:xfrm>
            <a:off x="-207" y="664293"/>
            <a:ext cx="155867" cy="653721"/>
            <a:chOff x="5385375" y="498300"/>
            <a:chExt cx="802200" cy="556500"/>
          </a:xfrm>
        </p:grpSpPr>
        <p:sp>
          <p:nvSpPr>
            <p:cNvPr id="533" name="Google Shape;533;p24"/>
            <p:cNvSpPr/>
            <p:nvPr/>
          </p:nvSpPr>
          <p:spPr>
            <a:xfrm>
              <a:off x="5385375" y="4983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24"/>
            <p:cNvSpPr/>
            <p:nvPr/>
          </p:nvSpPr>
          <p:spPr>
            <a:xfrm>
              <a:off x="5385375" y="7269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4"/>
            <p:cNvSpPr/>
            <p:nvPr/>
          </p:nvSpPr>
          <p:spPr>
            <a:xfrm>
              <a:off x="5385375" y="9555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 name="Google Shape;536;p24"/>
          <p:cNvGrpSpPr/>
          <p:nvPr/>
        </p:nvGrpSpPr>
        <p:grpSpPr>
          <a:xfrm>
            <a:off x="322384" y="657975"/>
            <a:ext cx="666347" cy="666373"/>
            <a:chOff x="7134700" y="414375"/>
            <a:chExt cx="501919" cy="501900"/>
          </a:xfrm>
        </p:grpSpPr>
        <p:sp>
          <p:nvSpPr>
            <p:cNvPr id="537" name="Google Shape;537;p24"/>
            <p:cNvSpPr/>
            <p:nvPr/>
          </p:nvSpPr>
          <p:spPr>
            <a:xfrm>
              <a:off x="71347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24"/>
            <p:cNvSpPr/>
            <p:nvPr/>
          </p:nvSpPr>
          <p:spPr>
            <a:xfrm>
              <a:off x="72871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4"/>
            <p:cNvSpPr/>
            <p:nvPr/>
          </p:nvSpPr>
          <p:spPr>
            <a:xfrm>
              <a:off x="74395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24"/>
            <p:cNvSpPr/>
            <p:nvPr/>
          </p:nvSpPr>
          <p:spPr>
            <a:xfrm>
              <a:off x="71347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4"/>
            <p:cNvSpPr/>
            <p:nvPr/>
          </p:nvSpPr>
          <p:spPr>
            <a:xfrm>
              <a:off x="72871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24"/>
            <p:cNvSpPr/>
            <p:nvPr/>
          </p:nvSpPr>
          <p:spPr>
            <a:xfrm>
              <a:off x="74395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4"/>
            <p:cNvSpPr/>
            <p:nvPr/>
          </p:nvSpPr>
          <p:spPr>
            <a:xfrm>
              <a:off x="71347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4"/>
            <p:cNvSpPr/>
            <p:nvPr/>
          </p:nvSpPr>
          <p:spPr>
            <a:xfrm>
              <a:off x="72871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4"/>
            <p:cNvSpPr/>
            <p:nvPr/>
          </p:nvSpPr>
          <p:spPr>
            <a:xfrm>
              <a:off x="74395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4"/>
            <p:cNvSpPr/>
            <p:nvPr/>
          </p:nvSpPr>
          <p:spPr>
            <a:xfrm>
              <a:off x="71347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4"/>
            <p:cNvSpPr/>
            <p:nvPr/>
          </p:nvSpPr>
          <p:spPr>
            <a:xfrm>
              <a:off x="72871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4"/>
            <p:cNvSpPr/>
            <p:nvPr/>
          </p:nvSpPr>
          <p:spPr>
            <a:xfrm>
              <a:off x="74395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4"/>
            <p:cNvSpPr/>
            <p:nvPr/>
          </p:nvSpPr>
          <p:spPr>
            <a:xfrm>
              <a:off x="75919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24"/>
            <p:cNvSpPr/>
            <p:nvPr/>
          </p:nvSpPr>
          <p:spPr>
            <a:xfrm>
              <a:off x="75919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4"/>
            <p:cNvSpPr/>
            <p:nvPr/>
          </p:nvSpPr>
          <p:spPr>
            <a:xfrm>
              <a:off x="75919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4"/>
            <p:cNvSpPr/>
            <p:nvPr/>
          </p:nvSpPr>
          <p:spPr>
            <a:xfrm>
              <a:off x="7591919"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 name="Google Shape;553;p24"/>
          <p:cNvGrpSpPr/>
          <p:nvPr/>
        </p:nvGrpSpPr>
        <p:grpSpPr>
          <a:xfrm>
            <a:off x="8832384" y="670955"/>
            <a:ext cx="311815" cy="653721"/>
            <a:chOff x="5385375" y="498300"/>
            <a:chExt cx="802200" cy="556500"/>
          </a:xfrm>
        </p:grpSpPr>
        <p:sp>
          <p:nvSpPr>
            <p:cNvPr id="554" name="Google Shape;554;p24"/>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4"/>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4"/>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7" name="Google Shape;557;p24"/>
          <p:cNvSpPr txBox="1"/>
          <p:nvPr>
            <p:ph idx="12" type="sldNum"/>
          </p:nvPr>
        </p:nvSpPr>
        <p:spPr>
          <a:xfrm>
            <a:off x="8490504" y="4489800"/>
            <a:ext cx="653700" cy="653700"/>
          </a:xfrm>
          <a:prstGeom prst="rect">
            <a:avLst/>
          </a:prstGeom>
        </p:spPr>
        <p:txBody>
          <a:bodyPr anchorCtr="0" anchor="ctr" bIns="0" lIns="0" spcFirstLastPara="1" rIns="0" wrap="square" tIns="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61100" y="664300"/>
            <a:ext cx="7843200" cy="653700"/>
          </a:xfrm>
          <a:prstGeom prst="rect">
            <a:avLst/>
          </a:prstGeom>
          <a:noFill/>
          <a:ln>
            <a:noFill/>
          </a:ln>
        </p:spPr>
        <p:txBody>
          <a:bodyPr anchorCtr="0" anchor="ctr" bIns="0" lIns="0" spcFirstLastPara="1" rIns="0" wrap="square" tIns="0">
            <a:noAutofit/>
          </a:bodyPr>
          <a:lstStyle>
            <a:lvl1pPr lvl="0"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1pPr>
            <a:lvl2pPr lvl="1"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2pPr>
            <a:lvl3pPr lvl="2"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3pPr>
            <a:lvl4pPr lvl="3"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4pPr>
            <a:lvl5pPr lvl="4"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5pPr>
            <a:lvl6pPr lvl="5"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6pPr>
            <a:lvl7pPr lvl="6"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7pPr>
            <a:lvl8pPr lvl="7"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8pPr>
            <a:lvl9pPr lvl="8"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9pPr>
          </a:lstStyle>
          <a:p/>
        </p:txBody>
      </p:sp>
      <p:sp>
        <p:nvSpPr>
          <p:cNvPr id="52" name="Google Shape;52;p13"/>
          <p:cNvSpPr txBox="1"/>
          <p:nvPr>
            <p:ph idx="1" type="body"/>
          </p:nvPr>
        </p:nvSpPr>
        <p:spPr>
          <a:xfrm>
            <a:off x="1314800" y="1599700"/>
            <a:ext cx="7189500" cy="2886000"/>
          </a:xfrm>
          <a:prstGeom prst="rect">
            <a:avLst/>
          </a:prstGeom>
          <a:noFill/>
          <a:ln>
            <a:noFill/>
          </a:ln>
        </p:spPr>
        <p:txBody>
          <a:bodyPr anchorCtr="0" anchor="t" bIns="0" lIns="0" spcFirstLastPara="1" rIns="0" wrap="square" tIns="0">
            <a:noAutofit/>
          </a:bodyPr>
          <a:lstStyle>
            <a:lvl1pPr indent="-381000" lvl="0" marL="457200" rtl="0">
              <a:lnSpc>
                <a:spcPct val="115000"/>
              </a:lnSpc>
              <a:spcBef>
                <a:spcPts val="60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1pPr>
            <a:lvl2pPr indent="-381000" lvl="1" marL="914400" rtl="0">
              <a:lnSpc>
                <a:spcPct val="115000"/>
              </a:lnSpc>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2pPr>
            <a:lvl3pPr indent="-381000" lvl="2" marL="13716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3pPr>
            <a:lvl4pPr indent="-381000" lvl="3" marL="18288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4pPr>
            <a:lvl5pPr indent="-381000" lvl="4" marL="2286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5pPr>
            <a:lvl6pPr indent="-381000" lvl="5" marL="27432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6pPr>
            <a:lvl7pPr indent="-381000" lvl="6" marL="32004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7pPr>
            <a:lvl8pPr indent="-381000" lvl="7" marL="36576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8pPr>
            <a:lvl9pPr indent="-381000" lvl="8" marL="41148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9pPr>
          </a:lstStyle>
          <a:p/>
        </p:txBody>
      </p:sp>
      <p:sp>
        <p:nvSpPr>
          <p:cNvPr id="53" name="Google Shape;53;p13"/>
          <p:cNvSpPr txBox="1"/>
          <p:nvPr>
            <p:ph idx="12" type="sldNum"/>
          </p:nvPr>
        </p:nvSpPr>
        <p:spPr>
          <a:xfrm>
            <a:off x="8504254" y="4489800"/>
            <a:ext cx="653700" cy="653700"/>
          </a:xfrm>
          <a:prstGeom prst="rect">
            <a:avLst/>
          </a:prstGeom>
          <a:noFill/>
          <a:ln>
            <a:noFill/>
          </a:ln>
        </p:spPr>
        <p:txBody>
          <a:bodyPr anchorCtr="0" anchor="ctr" bIns="0" lIns="0" spcFirstLastPara="1" rIns="0" wrap="square" tIns="0">
            <a:noAutofit/>
          </a:bodyPr>
          <a:lstStyle>
            <a:lvl1pPr lvl="0" rtl="0" algn="ctr">
              <a:buNone/>
              <a:defRPr sz="1300">
                <a:solidFill>
                  <a:schemeClr val="accent1"/>
                </a:solidFill>
                <a:latin typeface="Barlow Light"/>
                <a:ea typeface="Barlow Light"/>
                <a:cs typeface="Barlow Light"/>
                <a:sym typeface="Barlow Light"/>
              </a:defRPr>
            </a:lvl1pPr>
            <a:lvl2pPr lvl="1" rtl="0" algn="ctr">
              <a:buNone/>
              <a:defRPr sz="1300">
                <a:solidFill>
                  <a:schemeClr val="accent1"/>
                </a:solidFill>
                <a:latin typeface="Barlow Light"/>
                <a:ea typeface="Barlow Light"/>
                <a:cs typeface="Barlow Light"/>
                <a:sym typeface="Barlow Light"/>
              </a:defRPr>
            </a:lvl2pPr>
            <a:lvl3pPr lvl="2" rtl="0" algn="ctr">
              <a:buNone/>
              <a:defRPr sz="1300">
                <a:solidFill>
                  <a:schemeClr val="accent1"/>
                </a:solidFill>
                <a:latin typeface="Barlow Light"/>
                <a:ea typeface="Barlow Light"/>
                <a:cs typeface="Barlow Light"/>
                <a:sym typeface="Barlow Light"/>
              </a:defRPr>
            </a:lvl3pPr>
            <a:lvl4pPr lvl="3" rtl="0" algn="ctr">
              <a:buNone/>
              <a:defRPr sz="1300">
                <a:solidFill>
                  <a:schemeClr val="accent1"/>
                </a:solidFill>
                <a:latin typeface="Barlow Light"/>
                <a:ea typeface="Barlow Light"/>
                <a:cs typeface="Barlow Light"/>
                <a:sym typeface="Barlow Light"/>
              </a:defRPr>
            </a:lvl4pPr>
            <a:lvl5pPr lvl="4" rtl="0" algn="ctr">
              <a:buNone/>
              <a:defRPr sz="1300">
                <a:solidFill>
                  <a:schemeClr val="accent1"/>
                </a:solidFill>
                <a:latin typeface="Barlow Light"/>
                <a:ea typeface="Barlow Light"/>
                <a:cs typeface="Barlow Light"/>
                <a:sym typeface="Barlow Light"/>
              </a:defRPr>
            </a:lvl5pPr>
            <a:lvl6pPr lvl="5" rtl="0" algn="ctr">
              <a:buNone/>
              <a:defRPr sz="1300">
                <a:solidFill>
                  <a:schemeClr val="accent1"/>
                </a:solidFill>
                <a:latin typeface="Barlow Light"/>
                <a:ea typeface="Barlow Light"/>
                <a:cs typeface="Barlow Light"/>
                <a:sym typeface="Barlow Light"/>
              </a:defRPr>
            </a:lvl6pPr>
            <a:lvl7pPr lvl="6" rtl="0" algn="ctr">
              <a:buNone/>
              <a:defRPr sz="1300">
                <a:solidFill>
                  <a:schemeClr val="accent1"/>
                </a:solidFill>
                <a:latin typeface="Barlow Light"/>
                <a:ea typeface="Barlow Light"/>
                <a:cs typeface="Barlow Light"/>
                <a:sym typeface="Barlow Light"/>
              </a:defRPr>
            </a:lvl7pPr>
            <a:lvl8pPr lvl="7" rtl="0" algn="ctr">
              <a:buNone/>
              <a:defRPr sz="1300">
                <a:solidFill>
                  <a:schemeClr val="accent1"/>
                </a:solidFill>
                <a:latin typeface="Barlow Light"/>
                <a:ea typeface="Barlow Light"/>
                <a:cs typeface="Barlow Light"/>
                <a:sym typeface="Barlow Light"/>
              </a:defRPr>
            </a:lvl8pPr>
            <a:lvl9pPr lvl="8" rtl="0" algn="ctr">
              <a:buNone/>
              <a:defRPr sz="1300">
                <a:solidFill>
                  <a:schemeClr val="accent1"/>
                </a:solidFill>
                <a:latin typeface="Barlow Light"/>
                <a:ea typeface="Barlow Light"/>
                <a:cs typeface="Barlow Light"/>
                <a:sym typeface="Barlow Light"/>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4.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9.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8.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5.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20.png"/><Relationship Id="rId5" Type="http://schemas.openxmlformats.org/officeDocument/2006/relationships/image" Target="../media/image7.gif"/><Relationship Id="rId6" Type="http://schemas.openxmlformats.org/officeDocument/2006/relationships/image" Target="../media/image17.gif"/><Relationship Id="rId7" Type="http://schemas.openxmlformats.org/officeDocument/2006/relationships/image" Target="../media/image12.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hyperlink" Target="https://www.theverge.com/2020/3/2/21161324/coronavirus-quarantine-china-maps-air-pollutio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25"/>
          <p:cNvSpPr txBox="1"/>
          <p:nvPr>
            <p:ph type="ctrTitle"/>
          </p:nvPr>
        </p:nvSpPr>
        <p:spPr>
          <a:xfrm>
            <a:off x="685800" y="1541675"/>
            <a:ext cx="5740200" cy="206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63" name="Google Shape;563;p25"/>
          <p:cNvPicPr preferRelativeResize="0"/>
          <p:nvPr/>
        </p:nvPicPr>
        <p:blipFill>
          <a:blip r:embed="rId3">
            <a:alphaModFix/>
          </a:blip>
          <a:stretch>
            <a:fillRect/>
          </a:stretch>
        </p:blipFill>
        <p:spPr>
          <a:xfrm>
            <a:off x="0" y="31254"/>
            <a:ext cx="9144003" cy="508099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26"/>
          <p:cNvSpPr txBox="1"/>
          <p:nvPr>
            <p:ph type="ctrTitle"/>
          </p:nvPr>
        </p:nvSpPr>
        <p:spPr>
          <a:xfrm>
            <a:off x="685800" y="1541675"/>
            <a:ext cx="5740200" cy="206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1.4 </a:t>
            </a:r>
            <a:endParaRPr/>
          </a:p>
          <a:p>
            <a:pPr indent="0" lvl="0" marL="0" rtl="0" algn="l">
              <a:spcBef>
                <a:spcPts val="0"/>
              </a:spcBef>
              <a:spcAft>
                <a:spcPts val="0"/>
              </a:spcAft>
              <a:buNone/>
            </a:pPr>
            <a:r>
              <a:rPr lang="en"/>
              <a:t>Spatial Concepts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27"/>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Objectives and Essential Learning </a:t>
            </a:r>
            <a:endParaRPr/>
          </a:p>
        </p:txBody>
      </p:sp>
      <p:sp>
        <p:nvSpPr>
          <p:cNvPr id="574" name="Google Shape;574;p27"/>
          <p:cNvSpPr txBox="1"/>
          <p:nvPr>
            <p:ph idx="1" type="body"/>
          </p:nvPr>
        </p:nvSpPr>
        <p:spPr>
          <a:xfrm>
            <a:off x="711650" y="1390125"/>
            <a:ext cx="7048800" cy="35847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200"/>
              <a:t>1.4 </a:t>
            </a:r>
            <a:r>
              <a:rPr lang="en" sz="2200"/>
              <a:t>Define major geographic concepts that illustrate spatial relationships. </a:t>
            </a:r>
            <a:endParaRPr sz="2200"/>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1.4.1 </a:t>
            </a:r>
            <a:r>
              <a:rPr lang="en" sz="1100">
                <a:solidFill>
                  <a:srgbClr val="000000"/>
                </a:solidFill>
                <a:latin typeface="Century Gothic"/>
                <a:ea typeface="Century Gothic"/>
                <a:cs typeface="Century Gothic"/>
                <a:sym typeface="Century Gothic"/>
              </a:rPr>
              <a:t>Spatial concepts include absolute and relative location, space, place, flows, distance decay, time-space compression, and pattern.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a:p>
        </p:txBody>
      </p:sp>
      <p:sp>
        <p:nvSpPr>
          <p:cNvPr id="575" name="Google Shape;575;p2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76" name="Google Shape;576;p27"/>
          <p:cNvPicPr preferRelativeResize="0"/>
          <p:nvPr/>
        </p:nvPicPr>
        <p:blipFill>
          <a:blip r:embed="rId3">
            <a:alphaModFix/>
          </a:blip>
          <a:stretch>
            <a:fillRect/>
          </a:stretch>
        </p:blipFill>
        <p:spPr>
          <a:xfrm rot="749764">
            <a:off x="7682076" y="1749951"/>
            <a:ext cx="1277501" cy="12775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28"/>
          <p:cNvSpPr txBox="1"/>
          <p:nvPr>
            <p:ph type="title"/>
          </p:nvPr>
        </p:nvSpPr>
        <p:spPr>
          <a:xfrm>
            <a:off x="650400" y="664300"/>
            <a:ext cx="7843200" cy="653700"/>
          </a:xfrm>
          <a:prstGeom prst="rect">
            <a:avLst/>
          </a:prstGeom>
        </p:spPr>
        <p:txBody>
          <a:bodyPr anchorCtr="0" anchor="ctr" bIns="0" lIns="0" spcFirstLastPara="1" rIns="0" wrap="square" tIns="0">
            <a:noAutofit/>
          </a:bodyPr>
          <a:lstStyle/>
          <a:p>
            <a:pPr indent="0" lvl="0" marL="0" rtl="0" algn="l">
              <a:lnSpc>
                <a:spcPct val="115000"/>
              </a:lnSpc>
              <a:spcBef>
                <a:spcPts val="600"/>
              </a:spcBef>
              <a:spcAft>
                <a:spcPts val="0"/>
              </a:spcAft>
              <a:buNone/>
            </a:pPr>
            <a:r>
              <a:rPr b="1" lang="en" sz="2400">
                <a:solidFill>
                  <a:srgbClr val="FFFFFF"/>
                </a:solidFill>
                <a:latin typeface="Barlow"/>
                <a:ea typeface="Barlow"/>
                <a:cs typeface="Barlow"/>
                <a:sym typeface="Barlow"/>
              </a:rPr>
              <a:t>The Spatial Perspective </a:t>
            </a:r>
            <a:endParaRPr b="1">
              <a:solidFill>
                <a:srgbClr val="FFFFFF"/>
              </a:solidFill>
              <a:latin typeface="Barlow"/>
              <a:ea typeface="Barlow"/>
              <a:cs typeface="Barlow"/>
              <a:sym typeface="Barlow"/>
            </a:endParaRPr>
          </a:p>
        </p:txBody>
      </p:sp>
      <p:sp>
        <p:nvSpPr>
          <p:cNvPr id="582" name="Google Shape;582;p2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83" name="Google Shape;583;p28"/>
          <p:cNvPicPr preferRelativeResize="0"/>
          <p:nvPr/>
        </p:nvPicPr>
        <p:blipFill>
          <a:blip r:embed="rId3">
            <a:alphaModFix/>
          </a:blip>
          <a:stretch>
            <a:fillRect/>
          </a:stretch>
        </p:blipFill>
        <p:spPr>
          <a:xfrm>
            <a:off x="3937000" y="1438600"/>
            <a:ext cx="4567249" cy="3520700"/>
          </a:xfrm>
          <a:prstGeom prst="rect">
            <a:avLst/>
          </a:prstGeom>
          <a:noFill/>
          <a:ln>
            <a:noFill/>
          </a:ln>
        </p:spPr>
      </p:pic>
      <p:sp>
        <p:nvSpPr>
          <p:cNvPr id="584" name="Google Shape;584;p28"/>
          <p:cNvSpPr txBox="1"/>
          <p:nvPr/>
        </p:nvSpPr>
        <p:spPr>
          <a:xfrm>
            <a:off x="802500" y="1460600"/>
            <a:ext cx="3019800" cy="34767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Barlow Light"/>
              <a:buAutoNum type="arabicPeriod"/>
            </a:pPr>
            <a:r>
              <a:rPr lang="en" sz="2000">
                <a:latin typeface="Barlow Light"/>
                <a:ea typeface="Barlow Light"/>
                <a:cs typeface="Barlow Light"/>
                <a:sym typeface="Barlow Light"/>
              </a:rPr>
              <a:t>What?</a:t>
            </a:r>
            <a:endParaRPr sz="2000">
              <a:latin typeface="Barlow Light"/>
              <a:ea typeface="Barlow Light"/>
              <a:cs typeface="Barlow Light"/>
              <a:sym typeface="Barlow Light"/>
            </a:endParaRPr>
          </a:p>
          <a:p>
            <a:pPr indent="0" lvl="0" marL="457200" rtl="0" algn="l">
              <a:spcBef>
                <a:spcPts val="0"/>
              </a:spcBef>
              <a:spcAft>
                <a:spcPts val="0"/>
              </a:spcAft>
              <a:buNone/>
            </a:pPr>
            <a:r>
              <a:t/>
            </a:r>
            <a:endParaRPr sz="2000">
              <a:latin typeface="Barlow Light"/>
              <a:ea typeface="Barlow Light"/>
              <a:cs typeface="Barlow Light"/>
              <a:sym typeface="Barlow Light"/>
            </a:endParaRPr>
          </a:p>
          <a:p>
            <a:pPr indent="-355600" lvl="0" marL="457200" rtl="0" algn="l">
              <a:spcBef>
                <a:spcPts val="0"/>
              </a:spcBef>
              <a:spcAft>
                <a:spcPts val="0"/>
              </a:spcAft>
              <a:buSzPts val="2000"/>
              <a:buFont typeface="Barlow Light"/>
              <a:buAutoNum type="arabicPeriod"/>
            </a:pPr>
            <a:r>
              <a:rPr lang="en" sz="2000">
                <a:latin typeface="Barlow Light"/>
                <a:ea typeface="Barlow Light"/>
                <a:cs typeface="Barlow Light"/>
                <a:sym typeface="Barlow Light"/>
              </a:rPr>
              <a:t>Where?</a:t>
            </a:r>
            <a:br>
              <a:rPr lang="en" sz="2000">
                <a:latin typeface="Barlow Light"/>
                <a:ea typeface="Barlow Light"/>
                <a:cs typeface="Barlow Light"/>
                <a:sym typeface="Barlow Light"/>
              </a:rPr>
            </a:br>
            <a:r>
              <a:rPr lang="en" sz="2000">
                <a:latin typeface="Barlow Light"/>
                <a:ea typeface="Barlow Light"/>
                <a:cs typeface="Barlow Light"/>
                <a:sym typeface="Barlow Light"/>
              </a:rPr>
              <a:t>  </a:t>
            </a:r>
            <a:endParaRPr sz="2000">
              <a:latin typeface="Barlow Light"/>
              <a:ea typeface="Barlow Light"/>
              <a:cs typeface="Barlow Light"/>
              <a:sym typeface="Barlow Light"/>
            </a:endParaRPr>
          </a:p>
          <a:p>
            <a:pPr indent="-355600" lvl="0" marL="457200" rtl="0" algn="l">
              <a:spcBef>
                <a:spcPts val="0"/>
              </a:spcBef>
              <a:spcAft>
                <a:spcPts val="0"/>
              </a:spcAft>
              <a:buSzPts val="2000"/>
              <a:buFont typeface="Barlow Light"/>
              <a:buAutoNum type="arabicPeriod"/>
            </a:pPr>
            <a:r>
              <a:rPr lang="en" sz="2000">
                <a:latin typeface="Barlow Light"/>
                <a:ea typeface="Barlow Light"/>
                <a:cs typeface="Barlow Light"/>
                <a:sym typeface="Barlow Light"/>
              </a:rPr>
              <a:t>Why There?</a:t>
            </a:r>
            <a:br>
              <a:rPr lang="en" sz="2000">
                <a:latin typeface="Barlow Light"/>
                <a:ea typeface="Barlow Light"/>
                <a:cs typeface="Barlow Light"/>
                <a:sym typeface="Barlow Light"/>
              </a:rPr>
            </a:br>
            <a:endParaRPr sz="2000">
              <a:latin typeface="Barlow Light"/>
              <a:ea typeface="Barlow Light"/>
              <a:cs typeface="Barlow Light"/>
              <a:sym typeface="Barlow Light"/>
            </a:endParaRPr>
          </a:p>
          <a:p>
            <a:pPr indent="-355600" lvl="0" marL="457200" rtl="0" algn="l">
              <a:spcBef>
                <a:spcPts val="0"/>
              </a:spcBef>
              <a:spcAft>
                <a:spcPts val="0"/>
              </a:spcAft>
              <a:buSzPts val="2000"/>
              <a:buFont typeface="Barlow Light"/>
              <a:buAutoNum type="arabicPeriod"/>
            </a:pPr>
            <a:r>
              <a:rPr lang="en" sz="2000">
                <a:latin typeface="Barlow Light"/>
                <a:ea typeface="Barlow Light"/>
                <a:cs typeface="Barlow Light"/>
                <a:sym typeface="Barlow Light"/>
              </a:rPr>
              <a:t>Why Care?</a:t>
            </a:r>
            <a:br>
              <a:rPr lang="en" sz="2000">
                <a:latin typeface="Barlow Light"/>
                <a:ea typeface="Barlow Light"/>
                <a:cs typeface="Barlow Light"/>
                <a:sym typeface="Barlow Light"/>
              </a:rPr>
            </a:br>
            <a:endParaRPr sz="2000">
              <a:latin typeface="Barlow Light"/>
              <a:ea typeface="Barlow Light"/>
              <a:cs typeface="Barlow Light"/>
              <a:sym typeface="Barlow Light"/>
            </a:endParaRPr>
          </a:p>
          <a:p>
            <a:pPr indent="-355600" lvl="0" marL="457200" rtl="0" algn="l">
              <a:spcBef>
                <a:spcPts val="0"/>
              </a:spcBef>
              <a:spcAft>
                <a:spcPts val="0"/>
              </a:spcAft>
              <a:buSzPts val="2000"/>
              <a:buFont typeface="Barlow Light"/>
              <a:buAutoNum type="arabicPeriod"/>
            </a:pPr>
            <a:r>
              <a:rPr lang="en" sz="2000">
                <a:latin typeface="Barlow Light"/>
                <a:ea typeface="Barlow Light"/>
                <a:cs typeface="Barlow Light"/>
                <a:sym typeface="Barlow Light"/>
              </a:rPr>
              <a:t>Patterns</a:t>
            </a:r>
            <a:endParaRPr sz="2000">
              <a:latin typeface="Barlow Light"/>
              <a:ea typeface="Barlow Light"/>
              <a:cs typeface="Barlow Light"/>
              <a:sym typeface="Barlow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29"/>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What = Place</a:t>
            </a:r>
            <a:endParaRPr/>
          </a:p>
        </p:txBody>
      </p:sp>
      <p:sp>
        <p:nvSpPr>
          <p:cNvPr id="590" name="Google Shape;590;p29"/>
          <p:cNvSpPr txBox="1"/>
          <p:nvPr>
            <p:ph idx="1" type="body"/>
          </p:nvPr>
        </p:nvSpPr>
        <p:spPr>
          <a:xfrm>
            <a:off x="705750" y="1268825"/>
            <a:ext cx="4981800" cy="35325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b="1" lang="en" sz="1800">
                <a:latin typeface="Barlow"/>
                <a:ea typeface="Barlow"/>
                <a:cs typeface="Barlow"/>
                <a:sym typeface="Barlow"/>
              </a:rPr>
              <a:t>How do we describe </a:t>
            </a:r>
            <a:r>
              <a:rPr b="1" lang="en" sz="1800" u="sng">
                <a:latin typeface="Barlow"/>
                <a:ea typeface="Barlow"/>
                <a:cs typeface="Barlow"/>
                <a:sym typeface="Barlow"/>
              </a:rPr>
              <a:t>what</a:t>
            </a:r>
            <a:r>
              <a:rPr b="1" lang="en" sz="1800">
                <a:latin typeface="Barlow"/>
                <a:ea typeface="Barlow"/>
                <a:cs typeface="Barlow"/>
                <a:sym typeface="Barlow"/>
              </a:rPr>
              <a:t> a location is like?</a:t>
            </a:r>
            <a:endParaRPr b="1" sz="1800">
              <a:latin typeface="Barlow"/>
              <a:ea typeface="Barlow"/>
              <a:cs typeface="Barlow"/>
              <a:sym typeface="Barlow"/>
            </a:endParaRPr>
          </a:p>
          <a:p>
            <a:pPr indent="-342900" lvl="0" marL="457200" rtl="0" algn="l">
              <a:spcBef>
                <a:spcPts val="600"/>
              </a:spcBef>
              <a:spcAft>
                <a:spcPts val="0"/>
              </a:spcAft>
              <a:buSzPts val="1800"/>
              <a:buAutoNum type="arabicPeriod"/>
            </a:pPr>
            <a:r>
              <a:rPr lang="en" sz="1800"/>
              <a:t>Place</a:t>
            </a:r>
            <a:endParaRPr sz="1800"/>
          </a:p>
          <a:p>
            <a:pPr indent="-342900" lvl="1" marL="914400" rtl="0" algn="l">
              <a:spcBef>
                <a:spcPts val="0"/>
              </a:spcBef>
              <a:spcAft>
                <a:spcPts val="0"/>
              </a:spcAft>
              <a:buSzPts val="1800"/>
              <a:buAutoNum type="alphaLcPeriod"/>
            </a:pPr>
            <a:r>
              <a:rPr lang="en" sz="1800"/>
              <a:t>Sense of Place: Factors that contribute to the uniqueness of a location. </a:t>
            </a:r>
            <a:endParaRPr sz="1800"/>
          </a:p>
          <a:p>
            <a:pPr indent="-342900" lvl="1" marL="914400" rtl="0" algn="l">
              <a:spcBef>
                <a:spcPts val="1000"/>
              </a:spcBef>
              <a:spcAft>
                <a:spcPts val="0"/>
              </a:spcAft>
              <a:buSzPts val="1800"/>
              <a:buAutoNum type="alphaLcPeriod"/>
            </a:pPr>
            <a:r>
              <a:rPr lang="en" sz="1800"/>
              <a:t>Cultural Landscape/Built Environment: Physical artifacts that humans created  which make up the landscape. Human produced. </a:t>
            </a:r>
            <a:endParaRPr sz="1800"/>
          </a:p>
          <a:p>
            <a:pPr indent="-342900" lvl="1" marL="914400" rtl="0" algn="l">
              <a:spcBef>
                <a:spcPts val="1000"/>
              </a:spcBef>
              <a:spcAft>
                <a:spcPts val="1000"/>
              </a:spcAft>
              <a:buSzPts val="1800"/>
              <a:buAutoNum type="alphaLcPeriod"/>
            </a:pPr>
            <a:r>
              <a:rPr lang="en" sz="1800"/>
              <a:t>Placelessness: A location without a </a:t>
            </a:r>
            <a:br>
              <a:rPr lang="en" sz="1800"/>
            </a:br>
            <a:r>
              <a:rPr lang="en" sz="1800"/>
              <a:t>sense of place. No distinct </a:t>
            </a:r>
            <a:br>
              <a:rPr lang="en" sz="1800"/>
            </a:br>
            <a:r>
              <a:rPr lang="en" sz="1800"/>
              <a:t>attributes</a:t>
            </a:r>
            <a:r>
              <a:rPr lang="en" sz="1800"/>
              <a:t>.  </a:t>
            </a:r>
            <a:endParaRPr sz="1800"/>
          </a:p>
        </p:txBody>
      </p:sp>
      <p:pic>
        <p:nvPicPr>
          <p:cNvPr id="591" name="Google Shape;591;p29"/>
          <p:cNvPicPr preferRelativeResize="0"/>
          <p:nvPr/>
        </p:nvPicPr>
        <p:blipFill rotWithShape="1">
          <a:blip r:embed="rId3">
            <a:alphaModFix/>
          </a:blip>
          <a:srcRect b="4995" l="0" r="0" t="5004"/>
          <a:stretch/>
        </p:blipFill>
        <p:spPr>
          <a:xfrm rot="207737">
            <a:off x="5980433" y="1469333"/>
            <a:ext cx="3017808" cy="1697504"/>
          </a:xfrm>
          <a:prstGeom prst="rect">
            <a:avLst/>
          </a:prstGeom>
          <a:noFill/>
          <a:ln>
            <a:noFill/>
          </a:ln>
          <a:effectLst>
            <a:outerShdw blurRad="57150" rotWithShape="0" algn="bl" dir="5400000" dist="19050">
              <a:srgbClr val="000000">
                <a:alpha val="50000"/>
              </a:srgbClr>
            </a:outerShdw>
          </a:effectLst>
        </p:spPr>
      </p:pic>
      <p:pic>
        <p:nvPicPr>
          <p:cNvPr id="592" name="Google Shape;592;p29"/>
          <p:cNvPicPr preferRelativeResize="0"/>
          <p:nvPr/>
        </p:nvPicPr>
        <p:blipFill>
          <a:blip r:embed="rId4">
            <a:alphaModFix/>
          </a:blip>
          <a:stretch>
            <a:fillRect/>
          </a:stretch>
        </p:blipFill>
        <p:spPr>
          <a:xfrm>
            <a:off x="5520575" y="3318175"/>
            <a:ext cx="2857500" cy="16192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30"/>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Where = Location</a:t>
            </a:r>
            <a:endParaRPr/>
          </a:p>
        </p:txBody>
      </p:sp>
      <p:sp>
        <p:nvSpPr>
          <p:cNvPr id="598" name="Google Shape;598;p30"/>
          <p:cNvSpPr txBox="1"/>
          <p:nvPr>
            <p:ph idx="1" type="body"/>
          </p:nvPr>
        </p:nvSpPr>
        <p:spPr>
          <a:xfrm>
            <a:off x="717325" y="1238975"/>
            <a:ext cx="4907700" cy="37455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b="1" lang="en" sz="1800">
                <a:latin typeface="Barlow"/>
                <a:ea typeface="Barlow"/>
                <a:cs typeface="Barlow"/>
                <a:sym typeface="Barlow"/>
              </a:rPr>
              <a:t>How do we describe </a:t>
            </a:r>
            <a:r>
              <a:rPr b="1" lang="en" sz="1800" u="sng">
                <a:latin typeface="Barlow"/>
                <a:ea typeface="Barlow"/>
                <a:cs typeface="Barlow"/>
                <a:sym typeface="Barlow"/>
              </a:rPr>
              <a:t>where</a:t>
            </a:r>
            <a:r>
              <a:rPr b="1" lang="en" sz="1800">
                <a:latin typeface="Barlow"/>
                <a:ea typeface="Barlow"/>
                <a:cs typeface="Barlow"/>
                <a:sym typeface="Barlow"/>
              </a:rPr>
              <a:t> a place is located?</a:t>
            </a:r>
            <a:endParaRPr b="1" sz="1800">
              <a:latin typeface="Barlow"/>
              <a:ea typeface="Barlow"/>
              <a:cs typeface="Barlow"/>
              <a:sym typeface="Barlow"/>
            </a:endParaRPr>
          </a:p>
          <a:p>
            <a:pPr indent="-342900" lvl="0" marL="457200" rtl="0" algn="l">
              <a:spcBef>
                <a:spcPts val="600"/>
              </a:spcBef>
              <a:spcAft>
                <a:spcPts val="0"/>
              </a:spcAft>
              <a:buSzPts val="1800"/>
              <a:buAutoNum type="arabicPeriod"/>
            </a:pPr>
            <a:r>
              <a:rPr lang="en" sz="1800"/>
              <a:t>Location </a:t>
            </a:r>
            <a:endParaRPr sz="1800"/>
          </a:p>
          <a:p>
            <a:pPr indent="-342900" lvl="1" marL="914400" rtl="0" algn="l">
              <a:spcBef>
                <a:spcPts val="1000"/>
              </a:spcBef>
              <a:spcAft>
                <a:spcPts val="0"/>
              </a:spcAft>
              <a:buSzPts val="1800"/>
              <a:buAutoNum type="alphaLcPeriod"/>
            </a:pPr>
            <a:r>
              <a:rPr lang="en" sz="1800"/>
              <a:t>Absolute v. Relative </a:t>
            </a:r>
            <a:endParaRPr sz="1800"/>
          </a:p>
          <a:p>
            <a:pPr indent="-342900" lvl="1" marL="914400" rtl="0" algn="l">
              <a:spcBef>
                <a:spcPts val="1000"/>
              </a:spcBef>
              <a:spcAft>
                <a:spcPts val="0"/>
              </a:spcAft>
              <a:buSzPts val="1800"/>
              <a:buAutoNum type="alphaLcPeriod"/>
            </a:pPr>
            <a:r>
              <a:rPr lang="en" sz="1800"/>
              <a:t>Toponym -&gt; Location’s name - usually reflective of the culture &amp; history of a place. Ex: Georgetown, Washington, etc. </a:t>
            </a:r>
            <a:endParaRPr sz="1800"/>
          </a:p>
          <a:p>
            <a:pPr indent="-342900" lvl="1" marL="914400" rtl="0" algn="l">
              <a:spcBef>
                <a:spcPts val="1000"/>
              </a:spcBef>
              <a:spcAft>
                <a:spcPts val="1000"/>
              </a:spcAft>
              <a:buSzPts val="1800"/>
              <a:buAutoNum type="alphaLcPeriod"/>
            </a:pPr>
            <a:r>
              <a:rPr lang="en" sz="1800"/>
              <a:t>Site/Physical Landscape: Environmental  features of a location; includes climate, water sources, topography, soil, vegetation, elevation.</a:t>
            </a:r>
            <a:endParaRPr sz="1800"/>
          </a:p>
        </p:txBody>
      </p:sp>
      <p:pic>
        <p:nvPicPr>
          <p:cNvPr id="599" name="Google Shape;599;p30"/>
          <p:cNvPicPr preferRelativeResize="0"/>
          <p:nvPr/>
        </p:nvPicPr>
        <p:blipFill rotWithShape="1">
          <a:blip r:embed="rId3">
            <a:alphaModFix/>
          </a:blip>
          <a:srcRect b="0" l="0" r="6568" t="0"/>
          <a:stretch/>
        </p:blipFill>
        <p:spPr>
          <a:xfrm>
            <a:off x="5520625" y="1536025"/>
            <a:ext cx="3452174" cy="1585215"/>
          </a:xfrm>
          <a:prstGeom prst="rect">
            <a:avLst/>
          </a:prstGeom>
          <a:noFill/>
          <a:ln>
            <a:noFill/>
          </a:ln>
        </p:spPr>
      </p:pic>
      <p:pic>
        <p:nvPicPr>
          <p:cNvPr id="600" name="Google Shape;600;p30"/>
          <p:cNvPicPr preferRelativeResize="0"/>
          <p:nvPr/>
        </p:nvPicPr>
        <p:blipFill>
          <a:blip r:embed="rId4">
            <a:alphaModFix/>
          </a:blip>
          <a:stretch>
            <a:fillRect/>
          </a:stretch>
        </p:blipFill>
        <p:spPr>
          <a:xfrm>
            <a:off x="5817963" y="2652850"/>
            <a:ext cx="2857500" cy="2857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pic>
        <p:nvPicPr>
          <p:cNvPr id="605" name="Google Shape;605;p31"/>
          <p:cNvPicPr preferRelativeResize="0"/>
          <p:nvPr/>
        </p:nvPicPr>
        <p:blipFill rotWithShape="1">
          <a:blip r:embed="rId3">
            <a:alphaModFix/>
          </a:blip>
          <a:srcRect b="0" l="0" r="0" t="2563"/>
          <a:stretch/>
        </p:blipFill>
        <p:spPr>
          <a:xfrm>
            <a:off x="877350" y="140825"/>
            <a:ext cx="7784700" cy="4013997"/>
          </a:xfrm>
          <a:prstGeom prst="rect">
            <a:avLst/>
          </a:prstGeom>
          <a:noFill/>
          <a:ln>
            <a:noFill/>
          </a:ln>
        </p:spPr>
      </p:pic>
      <p:sp>
        <p:nvSpPr>
          <p:cNvPr id="606" name="Google Shape;606;p31"/>
          <p:cNvSpPr txBox="1"/>
          <p:nvPr/>
        </p:nvSpPr>
        <p:spPr>
          <a:xfrm>
            <a:off x="666750" y="4106825"/>
            <a:ext cx="7784700" cy="8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Barlow Light"/>
                <a:ea typeface="Barlow Light"/>
                <a:cs typeface="Barlow Light"/>
                <a:sym typeface="Barlow Light"/>
              </a:rPr>
              <a:t>Places in tropical latitudes, near the equator, get the most direct rays from the sun all year, so these places have hot weather year-round. Places at high latitudes, close to the North and South poles, receive much less sunlight and remain quite cold all year. Elevation, or altitude, also affects climate. Places at high elevations have colder climates than those lower down. </a:t>
            </a:r>
            <a:endParaRPr>
              <a:latin typeface="Barlow Light"/>
              <a:ea typeface="Barlow Light"/>
              <a:cs typeface="Barlow Light"/>
              <a:sym typeface="Barlow Light"/>
            </a:endParaRPr>
          </a:p>
          <a:p>
            <a:pPr indent="0" lvl="0" marL="0" rtl="0" algn="l">
              <a:spcBef>
                <a:spcPts val="0"/>
              </a:spcBef>
              <a:spcAft>
                <a:spcPts val="0"/>
              </a:spcAft>
              <a:buNone/>
            </a:pPr>
            <a:r>
              <a:t/>
            </a:r>
            <a:endParaRPr>
              <a:latin typeface="Barlow Light"/>
              <a:ea typeface="Barlow Light"/>
              <a:cs typeface="Barlow Light"/>
              <a:sym typeface="Barlow Light"/>
            </a:endParaRPr>
          </a:p>
          <a:p>
            <a:pPr indent="0" lvl="0" marL="0" rtl="0" algn="l">
              <a:spcBef>
                <a:spcPts val="0"/>
              </a:spcBef>
              <a:spcAft>
                <a:spcPts val="0"/>
              </a:spcAft>
              <a:buNone/>
            </a:pPr>
            <a:r>
              <a:t/>
            </a:r>
            <a:endParaRPr>
              <a:latin typeface="Barlow Light"/>
              <a:ea typeface="Barlow Light"/>
              <a:cs typeface="Barlow Light"/>
              <a:sym typeface="Barlow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32"/>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Patterns - Spatial Analysis </a:t>
            </a:r>
            <a:endParaRPr/>
          </a:p>
        </p:txBody>
      </p:sp>
      <p:sp>
        <p:nvSpPr>
          <p:cNvPr id="612" name="Google Shape;612;p32"/>
          <p:cNvSpPr txBox="1"/>
          <p:nvPr>
            <p:ph idx="1" type="body"/>
          </p:nvPr>
        </p:nvSpPr>
        <p:spPr>
          <a:xfrm>
            <a:off x="712450" y="1318000"/>
            <a:ext cx="3557100" cy="3387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b="1" lang="en" sz="1800">
                <a:latin typeface="Barlow"/>
                <a:ea typeface="Barlow"/>
                <a:cs typeface="Barlow"/>
                <a:sym typeface="Barlow"/>
              </a:rPr>
              <a:t>What </a:t>
            </a:r>
            <a:r>
              <a:rPr b="1" lang="en" sz="1800" u="sng">
                <a:latin typeface="Barlow"/>
                <a:ea typeface="Barlow"/>
                <a:cs typeface="Barlow"/>
                <a:sym typeface="Barlow"/>
              </a:rPr>
              <a:t>patterns</a:t>
            </a:r>
            <a:r>
              <a:rPr b="1" lang="en" sz="1800">
                <a:latin typeface="Barlow"/>
                <a:ea typeface="Barlow"/>
                <a:cs typeface="Barlow"/>
                <a:sym typeface="Barlow"/>
              </a:rPr>
              <a:t> can be determined? </a:t>
            </a:r>
            <a:endParaRPr sz="1800"/>
          </a:p>
        </p:txBody>
      </p:sp>
      <p:sp>
        <p:nvSpPr>
          <p:cNvPr id="613" name="Google Shape;613;p32"/>
          <p:cNvSpPr txBox="1"/>
          <p:nvPr/>
        </p:nvSpPr>
        <p:spPr>
          <a:xfrm>
            <a:off x="855550" y="1673425"/>
            <a:ext cx="3018300" cy="40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600"/>
              </a:spcBef>
              <a:spcAft>
                <a:spcPts val="0"/>
              </a:spcAft>
              <a:buNone/>
            </a:pPr>
            <a:r>
              <a:rPr lang="en" sz="1800">
                <a:solidFill>
                  <a:srgbClr val="FF9900"/>
                </a:solidFill>
                <a:latin typeface="Barlow Light"/>
                <a:ea typeface="Barlow Light"/>
                <a:cs typeface="Barlow Light"/>
                <a:sym typeface="Barlow Light"/>
              </a:rPr>
              <a:t>1</a:t>
            </a:r>
            <a:r>
              <a:rPr lang="en" sz="1800">
                <a:solidFill>
                  <a:srgbClr val="FF9900"/>
                </a:solidFill>
                <a:latin typeface="Barlow Light"/>
                <a:ea typeface="Barlow Light"/>
                <a:cs typeface="Barlow Light"/>
                <a:sym typeface="Barlow Light"/>
              </a:rPr>
              <a:t>.</a:t>
            </a:r>
            <a:r>
              <a:rPr lang="en" sz="1800">
                <a:solidFill>
                  <a:srgbClr val="272A36"/>
                </a:solidFill>
                <a:latin typeface="Barlow Light"/>
                <a:ea typeface="Barlow Light"/>
                <a:cs typeface="Barlow Light"/>
                <a:sym typeface="Barlow Light"/>
              </a:rPr>
              <a:t>     Clustering  </a:t>
            </a:r>
            <a:endParaRPr sz="1800">
              <a:solidFill>
                <a:srgbClr val="272A36"/>
              </a:solidFill>
              <a:latin typeface="Barlow Light"/>
              <a:ea typeface="Barlow Light"/>
              <a:cs typeface="Barlow Light"/>
              <a:sym typeface="Barlow Light"/>
            </a:endParaRPr>
          </a:p>
          <a:p>
            <a:pPr indent="0" lvl="0" marL="0" rtl="0" algn="l">
              <a:lnSpc>
                <a:spcPct val="115000"/>
              </a:lnSpc>
              <a:spcBef>
                <a:spcPts val="600"/>
              </a:spcBef>
              <a:spcAft>
                <a:spcPts val="0"/>
              </a:spcAft>
              <a:buNone/>
            </a:pPr>
            <a:r>
              <a:t/>
            </a:r>
            <a:endParaRPr sz="1800">
              <a:solidFill>
                <a:srgbClr val="272A36"/>
              </a:solidFill>
              <a:latin typeface="Barlow Light"/>
              <a:ea typeface="Barlow Light"/>
              <a:cs typeface="Barlow Light"/>
              <a:sym typeface="Barlow Light"/>
            </a:endParaRPr>
          </a:p>
        </p:txBody>
      </p:sp>
      <p:sp>
        <p:nvSpPr>
          <p:cNvPr id="614" name="Google Shape;614;p32"/>
          <p:cNvSpPr txBox="1"/>
          <p:nvPr/>
        </p:nvSpPr>
        <p:spPr>
          <a:xfrm>
            <a:off x="819700" y="2751438"/>
            <a:ext cx="3018300" cy="40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600"/>
              </a:spcBef>
              <a:spcAft>
                <a:spcPts val="0"/>
              </a:spcAft>
              <a:buNone/>
            </a:pPr>
            <a:r>
              <a:rPr lang="en" sz="1800">
                <a:solidFill>
                  <a:srgbClr val="FF9900"/>
                </a:solidFill>
                <a:latin typeface="Barlow Light"/>
                <a:ea typeface="Barlow Light"/>
                <a:cs typeface="Barlow Light"/>
                <a:sym typeface="Barlow Light"/>
              </a:rPr>
              <a:t>2</a:t>
            </a:r>
            <a:r>
              <a:rPr lang="en" sz="1800">
                <a:solidFill>
                  <a:srgbClr val="FF9900"/>
                </a:solidFill>
                <a:latin typeface="Barlow Light"/>
                <a:ea typeface="Barlow Light"/>
                <a:cs typeface="Barlow Light"/>
                <a:sym typeface="Barlow Light"/>
              </a:rPr>
              <a:t>.</a:t>
            </a:r>
            <a:r>
              <a:rPr lang="en" sz="1800">
                <a:solidFill>
                  <a:srgbClr val="272A36"/>
                </a:solidFill>
                <a:latin typeface="Barlow Light"/>
                <a:ea typeface="Barlow Light"/>
                <a:cs typeface="Barlow Light"/>
                <a:sym typeface="Barlow Light"/>
              </a:rPr>
              <a:t>   Dispersal/Distribution </a:t>
            </a:r>
            <a:endParaRPr sz="1800">
              <a:solidFill>
                <a:srgbClr val="272A36"/>
              </a:solidFill>
              <a:latin typeface="Barlow Light"/>
              <a:ea typeface="Barlow Light"/>
              <a:cs typeface="Barlow Light"/>
              <a:sym typeface="Barlow Light"/>
            </a:endParaRPr>
          </a:p>
        </p:txBody>
      </p:sp>
      <p:sp>
        <p:nvSpPr>
          <p:cNvPr id="615" name="Google Shape;615;p32"/>
          <p:cNvSpPr txBox="1"/>
          <p:nvPr/>
        </p:nvSpPr>
        <p:spPr>
          <a:xfrm>
            <a:off x="474550" y="1981800"/>
            <a:ext cx="4794900" cy="703800"/>
          </a:xfrm>
          <a:prstGeom prst="rect">
            <a:avLst/>
          </a:prstGeom>
          <a:noFill/>
          <a:ln>
            <a:noFill/>
          </a:ln>
        </p:spPr>
        <p:txBody>
          <a:bodyPr anchorCtr="0" anchor="t" bIns="91425" lIns="91425" spcFirstLastPara="1" rIns="91425" wrap="square" tIns="91425">
            <a:noAutofit/>
          </a:bodyPr>
          <a:lstStyle/>
          <a:p>
            <a:pPr indent="-317500" lvl="0" marL="914400" rtl="0" algn="l">
              <a:spcBef>
                <a:spcPts val="0"/>
              </a:spcBef>
              <a:spcAft>
                <a:spcPts val="0"/>
              </a:spcAft>
              <a:buSzPts val="1400"/>
              <a:buFont typeface="Barlow Light"/>
              <a:buChar char="●"/>
            </a:pPr>
            <a:r>
              <a:rPr lang="en">
                <a:latin typeface="Barlow Light"/>
                <a:ea typeface="Barlow Light"/>
                <a:cs typeface="Barlow Light"/>
                <a:sym typeface="Barlow Light"/>
              </a:rPr>
              <a:t>Close together</a:t>
            </a:r>
            <a:endParaRPr>
              <a:latin typeface="Barlow Light"/>
              <a:ea typeface="Barlow Light"/>
              <a:cs typeface="Barlow Light"/>
              <a:sym typeface="Barlow Light"/>
            </a:endParaRPr>
          </a:p>
          <a:p>
            <a:pPr indent="-317500" lvl="0" marL="914400" rtl="0" algn="l">
              <a:spcBef>
                <a:spcPts val="0"/>
              </a:spcBef>
              <a:spcAft>
                <a:spcPts val="0"/>
              </a:spcAft>
              <a:buSzPts val="1400"/>
              <a:buFont typeface="Barlow Light"/>
              <a:buChar char="●"/>
            </a:pPr>
            <a:r>
              <a:rPr lang="en">
                <a:latin typeface="Barlow Light"/>
                <a:ea typeface="Barlow Light"/>
                <a:cs typeface="Barlow Light"/>
                <a:sym typeface="Barlow Light"/>
              </a:rPr>
              <a:t>Density - The # of something in a </a:t>
            </a:r>
            <a:br>
              <a:rPr lang="en">
                <a:latin typeface="Barlow Light"/>
                <a:ea typeface="Barlow Light"/>
                <a:cs typeface="Barlow Light"/>
                <a:sym typeface="Barlow Light"/>
              </a:rPr>
            </a:br>
            <a:r>
              <a:rPr lang="en">
                <a:latin typeface="Barlow Light"/>
                <a:ea typeface="Barlow Light"/>
                <a:cs typeface="Barlow Light"/>
                <a:sym typeface="Barlow Light"/>
              </a:rPr>
              <a:t>defined area.</a:t>
            </a:r>
            <a:endParaRPr>
              <a:latin typeface="Barlow Light"/>
              <a:ea typeface="Barlow Light"/>
              <a:cs typeface="Barlow Light"/>
              <a:sym typeface="Barlow Light"/>
            </a:endParaRPr>
          </a:p>
          <a:p>
            <a:pPr indent="0" lvl="0" marL="0" rtl="0" algn="l">
              <a:spcBef>
                <a:spcPts val="0"/>
              </a:spcBef>
              <a:spcAft>
                <a:spcPts val="0"/>
              </a:spcAft>
              <a:buNone/>
            </a:pPr>
            <a:r>
              <a:rPr lang="en">
                <a:latin typeface="Barlow Light"/>
                <a:ea typeface="Barlow Light"/>
                <a:cs typeface="Barlow Light"/>
                <a:sym typeface="Barlow Light"/>
              </a:rPr>
              <a:t> </a:t>
            </a:r>
            <a:endParaRPr>
              <a:latin typeface="Barlow Light"/>
              <a:ea typeface="Barlow Light"/>
              <a:cs typeface="Barlow Light"/>
              <a:sym typeface="Barlow Light"/>
            </a:endParaRPr>
          </a:p>
        </p:txBody>
      </p:sp>
      <p:sp>
        <p:nvSpPr>
          <p:cNvPr id="616" name="Google Shape;616;p32"/>
          <p:cNvSpPr txBox="1"/>
          <p:nvPr/>
        </p:nvSpPr>
        <p:spPr>
          <a:xfrm>
            <a:off x="438700" y="3082375"/>
            <a:ext cx="56463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
              <a:latin typeface="Barlow Light"/>
              <a:ea typeface="Barlow Light"/>
              <a:cs typeface="Barlow Light"/>
              <a:sym typeface="Barlow Light"/>
            </a:endParaRPr>
          </a:p>
          <a:p>
            <a:pPr indent="-317500" lvl="0" marL="914400" rtl="0" algn="l">
              <a:spcBef>
                <a:spcPts val="0"/>
              </a:spcBef>
              <a:spcAft>
                <a:spcPts val="0"/>
              </a:spcAft>
              <a:buSzPts val="1400"/>
              <a:buFont typeface="Barlow Light"/>
              <a:buChar char="●"/>
            </a:pPr>
            <a:r>
              <a:rPr lang="en">
                <a:latin typeface="Barlow Light"/>
                <a:ea typeface="Barlow Light"/>
                <a:cs typeface="Barlow Light"/>
                <a:sym typeface="Barlow Light"/>
              </a:rPr>
              <a:t>Far apart</a:t>
            </a:r>
            <a:endParaRPr>
              <a:latin typeface="Barlow Light"/>
              <a:ea typeface="Barlow Light"/>
              <a:cs typeface="Barlow Light"/>
              <a:sym typeface="Barlow Light"/>
            </a:endParaRPr>
          </a:p>
          <a:p>
            <a:pPr indent="-317500" lvl="0" marL="914400" rtl="0" algn="l">
              <a:spcBef>
                <a:spcPts val="0"/>
              </a:spcBef>
              <a:spcAft>
                <a:spcPts val="0"/>
              </a:spcAft>
              <a:buSzPts val="1400"/>
              <a:buFont typeface="Barlow Light"/>
              <a:buChar char="●"/>
            </a:pPr>
            <a:r>
              <a:rPr lang="en">
                <a:latin typeface="Barlow Light"/>
                <a:ea typeface="Barlow Light"/>
                <a:cs typeface="Barlow Light"/>
                <a:sym typeface="Barlow Light"/>
              </a:rPr>
              <a:t>Distribution - The way something is </a:t>
            </a:r>
            <a:br>
              <a:rPr lang="en">
                <a:latin typeface="Barlow Light"/>
                <a:ea typeface="Barlow Light"/>
                <a:cs typeface="Barlow Light"/>
                <a:sym typeface="Barlow Light"/>
              </a:rPr>
            </a:br>
            <a:r>
              <a:rPr lang="en">
                <a:latin typeface="Barlow Light"/>
                <a:ea typeface="Barlow Light"/>
                <a:cs typeface="Barlow Light"/>
                <a:sym typeface="Barlow Light"/>
              </a:rPr>
              <a:t>spread out over an area. </a:t>
            </a:r>
            <a:endParaRPr>
              <a:latin typeface="Barlow Light"/>
              <a:ea typeface="Barlow Light"/>
              <a:cs typeface="Barlow Light"/>
              <a:sym typeface="Barlow Light"/>
            </a:endParaRPr>
          </a:p>
        </p:txBody>
      </p:sp>
      <p:sp>
        <p:nvSpPr>
          <p:cNvPr id="617" name="Google Shape;617;p32"/>
          <p:cNvSpPr txBox="1"/>
          <p:nvPr/>
        </p:nvSpPr>
        <p:spPr>
          <a:xfrm>
            <a:off x="819700" y="3902150"/>
            <a:ext cx="4028700" cy="40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600"/>
              </a:spcBef>
              <a:spcAft>
                <a:spcPts val="0"/>
              </a:spcAft>
              <a:buNone/>
            </a:pPr>
            <a:r>
              <a:rPr lang="en" sz="1800">
                <a:solidFill>
                  <a:srgbClr val="FF9900"/>
                </a:solidFill>
                <a:latin typeface="Barlow Light"/>
                <a:ea typeface="Barlow Light"/>
                <a:cs typeface="Barlow Light"/>
                <a:sym typeface="Barlow Light"/>
              </a:rPr>
              <a:t>3</a:t>
            </a:r>
            <a:r>
              <a:rPr lang="en" sz="1800">
                <a:solidFill>
                  <a:srgbClr val="FF9900"/>
                </a:solidFill>
                <a:latin typeface="Barlow Light"/>
                <a:ea typeface="Barlow Light"/>
                <a:cs typeface="Barlow Light"/>
                <a:sym typeface="Barlow Light"/>
              </a:rPr>
              <a:t>.</a:t>
            </a:r>
            <a:r>
              <a:rPr lang="en" sz="1800">
                <a:solidFill>
                  <a:srgbClr val="272A36"/>
                </a:solidFill>
                <a:latin typeface="Barlow Light"/>
                <a:ea typeface="Barlow Light"/>
                <a:cs typeface="Barlow Light"/>
                <a:sym typeface="Barlow Light"/>
              </a:rPr>
              <a:t>   Patterns &amp; Spatial Associations  </a:t>
            </a:r>
            <a:endParaRPr sz="1800">
              <a:solidFill>
                <a:srgbClr val="272A36"/>
              </a:solidFill>
              <a:latin typeface="Barlow Light"/>
              <a:ea typeface="Barlow Light"/>
              <a:cs typeface="Barlow Light"/>
              <a:sym typeface="Barlow Light"/>
            </a:endParaRPr>
          </a:p>
        </p:txBody>
      </p:sp>
      <p:sp>
        <p:nvSpPr>
          <p:cNvPr id="618" name="Google Shape;618;p32"/>
          <p:cNvSpPr txBox="1"/>
          <p:nvPr/>
        </p:nvSpPr>
        <p:spPr>
          <a:xfrm>
            <a:off x="349150" y="4206500"/>
            <a:ext cx="5646300" cy="7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00">
              <a:latin typeface="Barlow Light"/>
              <a:ea typeface="Barlow Light"/>
              <a:cs typeface="Barlow Light"/>
              <a:sym typeface="Barlow Light"/>
            </a:endParaRPr>
          </a:p>
          <a:p>
            <a:pPr indent="-317500" lvl="0" marL="914400" rtl="0" algn="l">
              <a:spcBef>
                <a:spcPts val="0"/>
              </a:spcBef>
              <a:spcAft>
                <a:spcPts val="0"/>
              </a:spcAft>
              <a:buSzPts val="1400"/>
              <a:buFont typeface="Barlow Light"/>
              <a:buChar char="●"/>
            </a:pPr>
            <a:r>
              <a:rPr lang="en">
                <a:latin typeface="Barlow Light"/>
                <a:ea typeface="Barlow Light"/>
                <a:cs typeface="Barlow Light"/>
                <a:sym typeface="Barlow Light"/>
              </a:rPr>
              <a:t>Indication that two (or more) phenomena </a:t>
            </a:r>
            <a:br>
              <a:rPr lang="en">
                <a:latin typeface="Barlow Light"/>
                <a:ea typeface="Barlow Light"/>
                <a:cs typeface="Barlow Light"/>
                <a:sym typeface="Barlow Light"/>
              </a:rPr>
            </a:br>
            <a:r>
              <a:rPr lang="en">
                <a:latin typeface="Barlow Light"/>
                <a:ea typeface="Barlow Light"/>
                <a:cs typeface="Barlow Light"/>
                <a:sym typeface="Barlow Light"/>
              </a:rPr>
              <a:t>may be related, associated, or correlated </a:t>
            </a:r>
            <a:br>
              <a:rPr lang="en">
                <a:latin typeface="Barlow Light"/>
                <a:ea typeface="Barlow Light"/>
                <a:cs typeface="Barlow Light"/>
                <a:sym typeface="Barlow Light"/>
              </a:rPr>
            </a:br>
            <a:r>
              <a:rPr lang="en">
                <a:latin typeface="Barlow Light"/>
                <a:ea typeface="Barlow Light"/>
                <a:cs typeface="Barlow Light"/>
                <a:sym typeface="Barlow Light"/>
              </a:rPr>
              <a:t>with one another.  RELATIONSHIPS. </a:t>
            </a:r>
            <a:endParaRPr>
              <a:latin typeface="Barlow Light"/>
              <a:ea typeface="Barlow Light"/>
              <a:cs typeface="Barlow Light"/>
              <a:sym typeface="Barlow Light"/>
            </a:endParaRPr>
          </a:p>
        </p:txBody>
      </p:sp>
      <p:pic>
        <p:nvPicPr>
          <p:cNvPr id="619" name="Google Shape;619;p32"/>
          <p:cNvPicPr preferRelativeResize="0"/>
          <p:nvPr/>
        </p:nvPicPr>
        <p:blipFill>
          <a:blip r:embed="rId3">
            <a:alphaModFix/>
          </a:blip>
          <a:stretch>
            <a:fillRect/>
          </a:stretch>
        </p:blipFill>
        <p:spPr>
          <a:xfrm>
            <a:off x="4501225" y="1494974"/>
            <a:ext cx="4470375" cy="1314975"/>
          </a:xfrm>
          <a:prstGeom prst="rect">
            <a:avLst/>
          </a:prstGeom>
          <a:noFill/>
          <a:ln>
            <a:noFill/>
          </a:ln>
          <a:effectLst>
            <a:outerShdw blurRad="57150" rotWithShape="0" algn="bl" dir="5400000" dist="19050">
              <a:srgbClr val="000000">
                <a:alpha val="50000"/>
              </a:srgbClr>
            </a:outerShdw>
          </a:effectLst>
        </p:spPr>
      </p:pic>
      <p:pic>
        <p:nvPicPr>
          <p:cNvPr id="620" name="Google Shape;620;p32"/>
          <p:cNvPicPr preferRelativeResize="0"/>
          <p:nvPr/>
        </p:nvPicPr>
        <p:blipFill>
          <a:blip r:embed="rId4">
            <a:alphaModFix/>
          </a:blip>
          <a:stretch>
            <a:fillRect/>
          </a:stretch>
        </p:blipFill>
        <p:spPr>
          <a:xfrm>
            <a:off x="5714425" y="2986925"/>
            <a:ext cx="2043974" cy="20439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33"/>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Patterns - Spatial Analysis </a:t>
            </a:r>
            <a:endParaRPr/>
          </a:p>
        </p:txBody>
      </p:sp>
      <p:sp>
        <p:nvSpPr>
          <p:cNvPr id="626" name="Google Shape;626;p33"/>
          <p:cNvSpPr txBox="1"/>
          <p:nvPr>
            <p:ph idx="1" type="body"/>
          </p:nvPr>
        </p:nvSpPr>
        <p:spPr>
          <a:xfrm>
            <a:off x="712450" y="1318000"/>
            <a:ext cx="3557100" cy="3387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b="1" lang="en" sz="1800">
                <a:latin typeface="Barlow"/>
                <a:ea typeface="Barlow"/>
                <a:cs typeface="Barlow"/>
                <a:sym typeface="Barlow"/>
              </a:rPr>
              <a:t>What </a:t>
            </a:r>
            <a:r>
              <a:rPr b="1" lang="en" sz="1800" u="sng">
                <a:latin typeface="Barlow"/>
                <a:ea typeface="Barlow"/>
                <a:cs typeface="Barlow"/>
                <a:sym typeface="Barlow"/>
              </a:rPr>
              <a:t>patterns</a:t>
            </a:r>
            <a:r>
              <a:rPr b="1" lang="en" sz="1800">
                <a:latin typeface="Barlow"/>
                <a:ea typeface="Barlow"/>
                <a:cs typeface="Barlow"/>
                <a:sym typeface="Barlow"/>
              </a:rPr>
              <a:t> can be determined? </a:t>
            </a:r>
            <a:endParaRPr sz="1800"/>
          </a:p>
        </p:txBody>
      </p:sp>
      <p:sp>
        <p:nvSpPr>
          <p:cNvPr id="627" name="Google Shape;627;p33"/>
          <p:cNvSpPr txBox="1"/>
          <p:nvPr/>
        </p:nvSpPr>
        <p:spPr>
          <a:xfrm>
            <a:off x="855550" y="1673425"/>
            <a:ext cx="3018300" cy="402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600"/>
              </a:spcBef>
              <a:spcAft>
                <a:spcPts val="0"/>
              </a:spcAft>
              <a:buNone/>
            </a:pPr>
            <a:r>
              <a:rPr lang="en" sz="1800">
                <a:solidFill>
                  <a:srgbClr val="FF9900"/>
                </a:solidFill>
                <a:latin typeface="Barlow Light"/>
                <a:ea typeface="Barlow Light"/>
                <a:cs typeface="Barlow Light"/>
                <a:sym typeface="Barlow Light"/>
              </a:rPr>
              <a:t>4</a:t>
            </a:r>
            <a:r>
              <a:rPr lang="en" sz="1800">
                <a:solidFill>
                  <a:srgbClr val="FF9900"/>
                </a:solidFill>
                <a:latin typeface="Barlow Light"/>
                <a:ea typeface="Barlow Light"/>
                <a:cs typeface="Barlow Light"/>
                <a:sym typeface="Barlow Light"/>
              </a:rPr>
              <a:t>.</a:t>
            </a:r>
            <a:r>
              <a:rPr lang="en" sz="1800">
                <a:solidFill>
                  <a:srgbClr val="272A36"/>
                </a:solidFill>
                <a:latin typeface="Barlow Light"/>
                <a:ea typeface="Barlow Light"/>
                <a:cs typeface="Barlow Light"/>
                <a:sym typeface="Barlow Light"/>
              </a:rPr>
              <a:t>     Regionalization</a:t>
            </a:r>
            <a:endParaRPr sz="1800">
              <a:solidFill>
                <a:srgbClr val="272A36"/>
              </a:solidFill>
              <a:latin typeface="Barlow Light"/>
              <a:ea typeface="Barlow Light"/>
              <a:cs typeface="Barlow Light"/>
              <a:sym typeface="Barlow Light"/>
            </a:endParaRPr>
          </a:p>
          <a:p>
            <a:pPr indent="0" lvl="0" marL="0" rtl="0" algn="l">
              <a:lnSpc>
                <a:spcPct val="115000"/>
              </a:lnSpc>
              <a:spcBef>
                <a:spcPts val="600"/>
              </a:spcBef>
              <a:spcAft>
                <a:spcPts val="0"/>
              </a:spcAft>
              <a:buNone/>
            </a:pPr>
            <a:r>
              <a:t/>
            </a:r>
            <a:endParaRPr sz="1800">
              <a:solidFill>
                <a:srgbClr val="272A36"/>
              </a:solidFill>
              <a:latin typeface="Barlow Light"/>
              <a:ea typeface="Barlow Light"/>
              <a:cs typeface="Barlow Light"/>
              <a:sym typeface="Barlow Light"/>
            </a:endParaRPr>
          </a:p>
        </p:txBody>
      </p:sp>
      <p:sp>
        <p:nvSpPr>
          <p:cNvPr id="628" name="Google Shape;628;p33"/>
          <p:cNvSpPr txBox="1"/>
          <p:nvPr/>
        </p:nvSpPr>
        <p:spPr>
          <a:xfrm>
            <a:off x="474550" y="1981800"/>
            <a:ext cx="8512500" cy="703800"/>
          </a:xfrm>
          <a:prstGeom prst="rect">
            <a:avLst/>
          </a:prstGeom>
          <a:noFill/>
          <a:ln>
            <a:noFill/>
          </a:ln>
        </p:spPr>
        <p:txBody>
          <a:bodyPr anchorCtr="0" anchor="t" bIns="91425" lIns="91425" spcFirstLastPara="1" rIns="91425" wrap="square" tIns="91425">
            <a:noAutofit/>
          </a:bodyPr>
          <a:lstStyle/>
          <a:p>
            <a:pPr indent="-317500" lvl="0" marL="914400" rtl="0" algn="l">
              <a:spcBef>
                <a:spcPts val="0"/>
              </a:spcBef>
              <a:spcAft>
                <a:spcPts val="0"/>
              </a:spcAft>
              <a:buSzPts val="1400"/>
              <a:buFont typeface="Barlow Light"/>
              <a:buChar char="●"/>
            </a:pPr>
            <a:r>
              <a:rPr lang="en">
                <a:latin typeface="Barlow Light"/>
                <a:ea typeface="Barlow Light"/>
                <a:cs typeface="Barlow Light"/>
                <a:sym typeface="Barlow Light"/>
              </a:rPr>
              <a:t>The process geographers use to divide and categorize space into smaller areas of analysis. </a:t>
            </a:r>
            <a:endParaRPr>
              <a:latin typeface="Barlow Light"/>
              <a:ea typeface="Barlow Light"/>
              <a:cs typeface="Barlow Light"/>
              <a:sym typeface="Barlow Light"/>
            </a:endParaRPr>
          </a:p>
          <a:p>
            <a:pPr indent="0" lvl="0" marL="0" rtl="0" algn="l">
              <a:spcBef>
                <a:spcPts val="0"/>
              </a:spcBef>
              <a:spcAft>
                <a:spcPts val="0"/>
              </a:spcAft>
              <a:buNone/>
            </a:pPr>
            <a:r>
              <a:rPr lang="en">
                <a:latin typeface="Barlow Light"/>
                <a:ea typeface="Barlow Light"/>
                <a:cs typeface="Barlow Light"/>
                <a:sym typeface="Barlow Light"/>
              </a:rPr>
              <a:t> </a:t>
            </a:r>
            <a:endParaRPr>
              <a:latin typeface="Barlow Light"/>
              <a:ea typeface="Barlow Light"/>
              <a:cs typeface="Barlow Light"/>
              <a:sym typeface="Barlow Light"/>
            </a:endParaRPr>
          </a:p>
        </p:txBody>
      </p:sp>
      <p:pic>
        <p:nvPicPr>
          <p:cNvPr id="629" name="Google Shape;629;p33"/>
          <p:cNvPicPr preferRelativeResize="0"/>
          <p:nvPr/>
        </p:nvPicPr>
        <p:blipFill rotWithShape="1">
          <a:blip r:embed="rId3">
            <a:alphaModFix/>
          </a:blip>
          <a:srcRect b="0" l="0" r="0" t="53173"/>
          <a:stretch/>
        </p:blipFill>
        <p:spPr>
          <a:xfrm>
            <a:off x="2060950" y="2375225"/>
            <a:ext cx="5069074" cy="27180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34"/>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Why there? Why care? - Spatial Interactions</a:t>
            </a:r>
            <a:endParaRPr/>
          </a:p>
        </p:txBody>
      </p:sp>
      <p:sp>
        <p:nvSpPr>
          <p:cNvPr id="635" name="Google Shape;635;p34"/>
          <p:cNvSpPr txBox="1"/>
          <p:nvPr>
            <p:ph idx="1" type="body"/>
          </p:nvPr>
        </p:nvSpPr>
        <p:spPr>
          <a:xfrm>
            <a:off x="793525" y="1315175"/>
            <a:ext cx="7710900" cy="14508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AutoNum type="arabicPeriod"/>
            </a:pPr>
            <a:r>
              <a:rPr lang="en" sz="1800" u="sng"/>
              <a:t>Spatial Interaction:</a:t>
            </a:r>
            <a:r>
              <a:rPr lang="en" sz="1800"/>
              <a:t> Connections, contacts, movement, and flow of things between places.</a:t>
            </a:r>
            <a:endParaRPr sz="1800"/>
          </a:p>
          <a:p>
            <a:pPr indent="0" lvl="0" marL="0" rtl="0" algn="l">
              <a:spcBef>
                <a:spcPts val="1000"/>
              </a:spcBef>
              <a:spcAft>
                <a:spcPts val="1000"/>
              </a:spcAft>
              <a:buNone/>
            </a:pPr>
            <a:r>
              <a:rPr b="1" lang="en" sz="1800">
                <a:latin typeface="Barlow"/>
                <a:ea typeface="Barlow"/>
                <a:cs typeface="Barlow"/>
                <a:sym typeface="Barlow"/>
              </a:rPr>
              <a:t>What geographic concepts do we use to explain the connectedness (or lack thereof) of places, locations, </a:t>
            </a:r>
            <a:r>
              <a:rPr b="1" lang="en" sz="1800">
                <a:latin typeface="Barlow"/>
                <a:ea typeface="Barlow"/>
                <a:cs typeface="Barlow"/>
                <a:sym typeface="Barlow"/>
              </a:rPr>
              <a:t>phenomenon</a:t>
            </a:r>
            <a:r>
              <a:rPr b="1" lang="en" sz="1800">
                <a:latin typeface="Barlow"/>
                <a:ea typeface="Barlow"/>
                <a:cs typeface="Barlow"/>
                <a:sym typeface="Barlow"/>
              </a:rPr>
              <a:t>?  </a:t>
            </a:r>
            <a:endParaRPr sz="1800"/>
          </a:p>
        </p:txBody>
      </p:sp>
      <p:graphicFrame>
        <p:nvGraphicFramePr>
          <p:cNvPr id="636" name="Google Shape;636;p34"/>
          <p:cNvGraphicFramePr/>
          <p:nvPr/>
        </p:nvGraphicFramePr>
        <p:xfrm>
          <a:off x="802300" y="2784150"/>
          <a:ext cx="3000000" cy="3000000"/>
        </p:xfrm>
        <a:graphic>
          <a:graphicData uri="http://schemas.openxmlformats.org/drawingml/2006/table">
            <a:tbl>
              <a:tblPr>
                <a:noFill/>
                <a:tableStyleId>{86C637DA-48C8-4C8F-A926-224F5A197F43}</a:tableStyleId>
              </a:tblPr>
              <a:tblGrid>
                <a:gridCol w="3812975"/>
                <a:gridCol w="3812975"/>
              </a:tblGrid>
              <a:tr h="400975">
                <a:tc>
                  <a:txBody>
                    <a:bodyPr/>
                    <a:lstStyle/>
                    <a:p>
                      <a:pPr indent="0" lvl="0" marL="0" rtl="0" algn="ctr">
                        <a:spcBef>
                          <a:spcPts val="0"/>
                        </a:spcBef>
                        <a:spcAft>
                          <a:spcPts val="0"/>
                        </a:spcAft>
                        <a:buNone/>
                      </a:pPr>
                      <a:r>
                        <a:rPr lang="en" sz="1800">
                          <a:solidFill>
                            <a:srgbClr val="FFFFFF"/>
                          </a:solidFill>
                          <a:latin typeface="Barlow"/>
                          <a:ea typeface="Barlow"/>
                          <a:cs typeface="Barlow"/>
                          <a:sym typeface="Barlow"/>
                        </a:rPr>
                        <a:t>a. </a:t>
                      </a:r>
                      <a:r>
                        <a:rPr lang="en" sz="1800">
                          <a:solidFill>
                            <a:srgbClr val="FFFFFF"/>
                          </a:solidFill>
                          <a:latin typeface="Barlow"/>
                          <a:ea typeface="Barlow"/>
                          <a:cs typeface="Barlow"/>
                          <a:sym typeface="Barlow"/>
                        </a:rPr>
                        <a:t>Distance Decay</a:t>
                      </a:r>
                      <a:endParaRPr sz="1800">
                        <a:solidFill>
                          <a:srgbClr val="FFFFFF"/>
                        </a:solidFill>
                        <a:latin typeface="Barlow"/>
                        <a:ea typeface="Barlow"/>
                        <a:cs typeface="Barlow"/>
                        <a:sym typeface="Barlow"/>
                      </a:endParaRPr>
                    </a:p>
                  </a:txBody>
                  <a:tcPr marT="91425" marB="91425" marR="91425" marL="91425">
                    <a:lnL cap="flat" cmpd="sng" w="19050">
                      <a:solidFill>
                        <a:srgbClr val="000000"/>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00000"/>
                    </a:solidFill>
                  </a:tcPr>
                </a:tc>
                <a:tc>
                  <a:txBody>
                    <a:bodyPr/>
                    <a:lstStyle/>
                    <a:p>
                      <a:pPr indent="0" lvl="0" marL="0" rtl="0" algn="ctr">
                        <a:spcBef>
                          <a:spcPts val="0"/>
                        </a:spcBef>
                        <a:spcAft>
                          <a:spcPts val="0"/>
                        </a:spcAft>
                        <a:buNone/>
                      </a:pPr>
                      <a:r>
                        <a:rPr lang="en" sz="1800">
                          <a:solidFill>
                            <a:srgbClr val="FFFFFF"/>
                          </a:solidFill>
                          <a:latin typeface="Barlow"/>
                          <a:ea typeface="Barlow"/>
                          <a:cs typeface="Barlow"/>
                          <a:sym typeface="Barlow"/>
                        </a:rPr>
                        <a:t>b</a:t>
                      </a:r>
                      <a:r>
                        <a:rPr lang="en" sz="1800">
                          <a:solidFill>
                            <a:srgbClr val="FFFFFF"/>
                          </a:solidFill>
                          <a:latin typeface="Barlow"/>
                          <a:ea typeface="Barlow"/>
                          <a:cs typeface="Barlow"/>
                          <a:sym typeface="Barlow"/>
                        </a:rPr>
                        <a:t>. Time-Space Compression</a:t>
                      </a:r>
                      <a:endParaRPr sz="1800">
                        <a:solidFill>
                          <a:srgbClr val="FFFFFF"/>
                        </a:solidFill>
                        <a:latin typeface="Barlow"/>
                        <a:ea typeface="Barlow"/>
                        <a:cs typeface="Barlow"/>
                        <a:sym typeface="Barlow"/>
                      </a:endParaRPr>
                    </a:p>
                  </a:txBody>
                  <a:tcPr marT="91425" marB="91425" marR="91425" marL="91425">
                    <a:lnL cap="flat" cmpd="sng" w="19050">
                      <a:solidFill>
                        <a:srgbClr val="FFFFFF"/>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00000"/>
                    </a:solidFill>
                  </a:tcPr>
                </a:tc>
              </a:tr>
              <a:tr h="1723800">
                <a:tc>
                  <a:txBody>
                    <a:bodyPr/>
                    <a:lstStyle/>
                    <a:p>
                      <a:pPr indent="-323850" lvl="0" marL="457200" rtl="0" algn="l">
                        <a:spcBef>
                          <a:spcPts val="0"/>
                        </a:spcBef>
                        <a:spcAft>
                          <a:spcPts val="0"/>
                        </a:spcAft>
                        <a:buSzPts val="1500"/>
                        <a:buFont typeface="Barlow Light"/>
                        <a:buChar char="●"/>
                      </a:pPr>
                      <a:r>
                        <a:rPr lang="en" sz="1500">
                          <a:latin typeface="Barlow Light"/>
                          <a:ea typeface="Barlow Light"/>
                          <a:cs typeface="Barlow Light"/>
                          <a:sym typeface="Barlow Light"/>
                        </a:rPr>
                        <a:t>T</a:t>
                      </a:r>
                      <a:r>
                        <a:rPr lang="en" sz="1500">
                          <a:latin typeface="Barlow Light"/>
                          <a:ea typeface="Barlow Light"/>
                          <a:cs typeface="Barlow Light"/>
                          <a:sym typeface="Barlow Light"/>
                        </a:rPr>
                        <a:t>he interaction between two places declines as the distance between the two places increases.</a:t>
                      </a:r>
                      <a:endParaRPr sz="1500">
                        <a:latin typeface="Barlow Light"/>
                        <a:ea typeface="Barlow Light"/>
                        <a:cs typeface="Barlow Light"/>
                        <a:sym typeface="Barlow Light"/>
                      </a:endParaRPr>
                    </a:p>
                    <a:p>
                      <a:pPr indent="-323850" lvl="0" marL="457200" rtl="0" algn="l">
                        <a:spcBef>
                          <a:spcPts val="0"/>
                        </a:spcBef>
                        <a:spcAft>
                          <a:spcPts val="0"/>
                        </a:spcAft>
                        <a:buSzPts val="1500"/>
                        <a:buFont typeface="Barlow Light"/>
                        <a:buChar char="●"/>
                      </a:pPr>
                      <a:r>
                        <a:rPr lang="en" sz="1500">
                          <a:latin typeface="Barlow Light"/>
                          <a:ea typeface="Barlow Light"/>
                          <a:cs typeface="Barlow Light"/>
                          <a:sym typeface="Barlow Light"/>
                        </a:rPr>
                        <a:t>Physical Barriers-&gt; Mtns./Rivers/ Oceans/Deserts</a:t>
                      </a:r>
                      <a:endParaRPr sz="1500">
                        <a:latin typeface="Barlow Light"/>
                        <a:ea typeface="Barlow Light"/>
                        <a:cs typeface="Barlow Light"/>
                        <a:sym typeface="Barlow Light"/>
                      </a:endParaRPr>
                    </a:p>
                    <a:p>
                      <a:pPr indent="-323850" lvl="0" marL="457200" rtl="0" algn="l">
                        <a:spcBef>
                          <a:spcPts val="0"/>
                        </a:spcBef>
                        <a:spcAft>
                          <a:spcPts val="0"/>
                        </a:spcAft>
                        <a:buSzPts val="1500"/>
                        <a:buFont typeface="Barlow Light"/>
                        <a:buChar char="●"/>
                      </a:pPr>
                      <a:r>
                        <a:rPr lang="en" sz="1500">
                          <a:latin typeface="Barlow Light"/>
                          <a:ea typeface="Barlow Light"/>
                          <a:cs typeface="Barlow Light"/>
                          <a:sym typeface="Barlow Light"/>
                        </a:rPr>
                        <a:t>Cultural Barriers -&gt; Language/Religion</a:t>
                      </a:r>
                      <a:endParaRPr>
                        <a:latin typeface="Barlow Light"/>
                        <a:ea typeface="Barlow Light"/>
                        <a:cs typeface="Barlow Light"/>
                        <a:sym typeface="Barlow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323850" lvl="0" marL="457200" rtl="0" algn="l">
                        <a:lnSpc>
                          <a:spcPct val="100000"/>
                        </a:lnSpc>
                        <a:spcBef>
                          <a:spcPts val="0"/>
                        </a:spcBef>
                        <a:spcAft>
                          <a:spcPts val="0"/>
                        </a:spcAft>
                        <a:buSzPts val="1500"/>
                        <a:buFont typeface="Barlow Light"/>
                        <a:buChar char="●"/>
                      </a:pPr>
                      <a:r>
                        <a:rPr lang="en" sz="1500">
                          <a:latin typeface="Barlow Light"/>
                          <a:ea typeface="Barlow Light"/>
                          <a:cs typeface="Barlow Light"/>
                          <a:sym typeface="Barlow Light"/>
                        </a:rPr>
                        <a:t>T</a:t>
                      </a:r>
                      <a:r>
                        <a:rPr lang="en" sz="1500">
                          <a:latin typeface="Barlow Light"/>
                          <a:ea typeface="Barlow Light"/>
                          <a:cs typeface="Barlow Light"/>
                          <a:sym typeface="Barlow Light"/>
                        </a:rPr>
                        <a:t>he increasing sense of accessibility and connectivity which seems to bring humans in distance places closer together.</a:t>
                      </a:r>
                      <a:endParaRPr sz="1500">
                        <a:latin typeface="Barlow Light"/>
                        <a:ea typeface="Barlow Light"/>
                        <a:cs typeface="Barlow Light"/>
                        <a:sym typeface="Barlow Light"/>
                      </a:endParaRPr>
                    </a:p>
                    <a:p>
                      <a:pPr indent="-323850" lvl="0" marL="457200" rtl="0" algn="l">
                        <a:lnSpc>
                          <a:spcPct val="100000"/>
                        </a:lnSpc>
                        <a:spcBef>
                          <a:spcPts val="0"/>
                        </a:spcBef>
                        <a:spcAft>
                          <a:spcPts val="0"/>
                        </a:spcAft>
                        <a:buSzPts val="1500"/>
                        <a:buFont typeface="Barlow Light"/>
                        <a:buChar char="●"/>
                      </a:pPr>
                      <a:r>
                        <a:rPr lang="en" sz="1500">
                          <a:latin typeface="Barlow Light"/>
                          <a:ea typeface="Barlow Light"/>
                          <a:cs typeface="Barlow Light"/>
                          <a:sym typeface="Barlow Light"/>
                        </a:rPr>
                        <a:t>Globalization</a:t>
                      </a:r>
                      <a:endParaRPr sz="1500">
                        <a:latin typeface="Barlow Light"/>
                        <a:ea typeface="Barlow Light"/>
                        <a:cs typeface="Barlow Light"/>
                        <a:sym typeface="Barlow Light"/>
                      </a:endParaRPr>
                    </a:p>
                    <a:p>
                      <a:pPr indent="-323850" lvl="0" marL="457200" rtl="0" algn="l">
                        <a:lnSpc>
                          <a:spcPct val="100000"/>
                        </a:lnSpc>
                        <a:spcBef>
                          <a:spcPts val="0"/>
                        </a:spcBef>
                        <a:spcAft>
                          <a:spcPts val="0"/>
                        </a:spcAft>
                        <a:buSzPts val="1500"/>
                        <a:buFont typeface="Barlow Light"/>
                        <a:buChar char="●"/>
                      </a:pPr>
                      <a:r>
                        <a:rPr lang="en" sz="1500">
                          <a:latin typeface="Barlow Light"/>
                          <a:ea typeface="Barlow Light"/>
                          <a:cs typeface="Barlow Light"/>
                          <a:sym typeface="Barlow Light"/>
                        </a:rPr>
                        <a:t>Increased technology &amp; transportation</a:t>
                      </a:r>
                      <a:endParaRPr sz="1500">
                        <a:latin typeface="Barlow Light"/>
                        <a:ea typeface="Barlow Light"/>
                        <a:cs typeface="Barlow Light"/>
                        <a:sym typeface="Barlow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637" name="Google Shape;637;p34"/>
          <p:cNvPicPr preferRelativeResize="0"/>
          <p:nvPr/>
        </p:nvPicPr>
        <p:blipFill rotWithShape="1">
          <a:blip r:embed="rId3">
            <a:alphaModFix/>
          </a:blip>
          <a:srcRect b="9776" l="15392" r="14742" t="8963"/>
          <a:stretch/>
        </p:blipFill>
        <p:spPr>
          <a:xfrm rot="395795">
            <a:off x="7905208" y="3797369"/>
            <a:ext cx="639487" cy="74381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p35"/>
          <p:cNvPicPr preferRelativeResize="0"/>
          <p:nvPr/>
        </p:nvPicPr>
        <p:blipFill rotWithShape="1">
          <a:blip r:embed="rId3">
            <a:alphaModFix/>
          </a:blip>
          <a:srcRect b="2547" l="19418" r="18781" t="2042"/>
          <a:stretch/>
        </p:blipFill>
        <p:spPr>
          <a:xfrm>
            <a:off x="1133700" y="183975"/>
            <a:ext cx="3363025" cy="4616600"/>
          </a:xfrm>
          <a:prstGeom prst="rect">
            <a:avLst/>
          </a:prstGeom>
          <a:noFill/>
          <a:ln>
            <a:noFill/>
          </a:ln>
        </p:spPr>
      </p:pic>
      <p:pic>
        <p:nvPicPr>
          <p:cNvPr id="643" name="Google Shape;643;p35"/>
          <p:cNvPicPr preferRelativeResize="0"/>
          <p:nvPr/>
        </p:nvPicPr>
        <p:blipFill>
          <a:blip r:embed="rId4">
            <a:alphaModFix/>
          </a:blip>
          <a:stretch>
            <a:fillRect/>
          </a:stretch>
        </p:blipFill>
        <p:spPr>
          <a:xfrm>
            <a:off x="4572000" y="183975"/>
            <a:ext cx="4500153" cy="1962276"/>
          </a:xfrm>
          <a:prstGeom prst="rect">
            <a:avLst/>
          </a:prstGeom>
          <a:noFill/>
          <a:ln>
            <a:noFill/>
          </a:ln>
        </p:spPr>
      </p:pic>
      <p:sp>
        <p:nvSpPr>
          <p:cNvPr id="644" name="Google Shape;644;p35"/>
          <p:cNvSpPr txBox="1"/>
          <p:nvPr>
            <p:ph idx="4294967295" type="body"/>
          </p:nvPr>
        </p:nvSpPr>
        <p:spPr>
          <a:xfrm>
            <a:off x="4572000" y="2288525"/>
            <a:ext cx="4136700" cy="35325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1800"/>
              <a:t>c.    Diffusion: the process by which a characteristic </a:t>
            </a:r>
            <a:r>
              <a:rPr lang="en" sz="1800" u="sng"/>
              <a:t>spreads</a:t>
            </a:r>
            <a:r>
              <a:rPr lang="en" sz="1800"/>
              <a:t> across space from one place to another. </a:t>
            </a:r>
            <a:endParaRPr sz="1800"/>
          </a:p>
          <a:p>
            <a:pPr indent="0" lvl="0" marL="457200" rtl="0" algn="l">
              <a:spcBef>
                <a:spcPts val="1000"/>
              </a:spcBef>
              <a:spcAft>
                <a:spcPts val="0"/>
              </a:spcAft>
              <a:buNone/>
            </a:pPr>
            <a:r>
              <a:rPr lang="en" sz="1800"/>
              <a:t>i</a:t>
            </a:r>
            <a:r>
              <a:rPr lang="en" sz="1800"/>
              <a:t>. Expansion Diffusion </a:t>
            </a:r>
            <a:endParaRPr sz="1800"/>
          </a:p>
          <a:p>
            <a:pPr indent="0" lvl="0" marL="457200" rtl="0" algn="l">
              <a:spcBef>
                <a:spcPts val="1000"/>
              </a:spcBef>
              <a:spcAft>
                <a:spcPts val="1000"/>
              </a:spcAft>
              <a:buNone/>
            </a:pPr>
            <a:r>
              <a:rPr lang="en" sz="1800"/>
              <a:t>i</a:t>
            </a:r>
            <a:r>
              <a:rPr lang="en" sz="1800"/>
              <a:t>i. Relocation Diffusion </a:t>
            </a:r>
            <a:endParaRPr sz="1800"/>
          </a:p>
        </p:txBody>
      </p:sp>
      <p:pic>
        <p:nvPicPr>
          <p:cNvPr id="645" name="Google Shape;645;p35"/>
          <p:cNvPicPr preferRelativeResize="0"/>
          <p:nvPr/>
        </p:nvPicPr>
        <p:blipFill>
          <a:blip r:embed="rId5">
            <a:alphaModFix/>
          </a:blip>
          <a:stretch>
            <a:fillRect/>
          </a:stretch>
        </p:blipFill>
        <p:spPr>
          <a:xfrm rot="456967">
            <a:off x="7443172" y="2929152"/>
            <a:ext cx="1402853" cy="1402897"/>
          </a:xfrm>
          <a:prstGeom prst="rect">
            <a:avLst/>
          </a:prstGeom>
          <a:noFill/>
          <a:ln>
            <a:noFill/>
          </a:ln>
        </p:spPr>
      </p:pic>
      <p:pic>
        <p:nvPicPr>
          <p:cNvPr id="646" name="Google Shape;646;p35"/>
          <p:cNvPicPr preferRelativeResize="0"/>
          <p:nvPr/>
        </p:nvPicPr>
        <p:blipFill>
          <a:blip r:embed="rId6">
            <a:alphaModFix/>
          </a:blip>
          <a:stretch>
            <a:fillRect/>
          </a:stretch>
        </p:blipFill>
        <p:spPr>
          <a:xfrm>
            <a:off x="4813875" y="4013400"/>
            <a:ext cx="2688224" cy="1123950"/>
          </a:xfrm>
          <a:prstGeom prst="rect">
            <a:avLst/>
          </a:prstGeom>
          <a:noFill/>
          <a:ln>
            <a:noFill/>
          </a:ln>
        </p:spPr>
      </p:pic>
      <p:pic>
        <p:nvPicPr>
          <p:cNvPr id="647" name="Google Shape;647;p35"/>
          <p:cNvPicPr preferRelativeResize="0"/>
          <p:nvPr/>
        </p:nvPicPr>
        <p:blipFill>
          <a:blip r:embed="rId7">
            <a:alphaModFix/>
          </a:blip>
          <a:stretch>
            <a:fillRect/>
          </a:stretch>
        </p:blipFill>
        <p:spPr>
          <a:xfrm rot="-428859">
            <a:off x="3531400" y="3129650"/>
            <a:ext cx="1368999" cy="13689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pic>
        <p:nvPicPr>
          <p:cNvPr id="652" name="Google Shape;652;p36"/>
          <p:cNvPicPr preferRelativeResize="0"/>
          <p:nvPr/>
        </p:nvPicPr>
        <p:blipFill>
          <a:blip r:embed="rId3">
            <a:alphaModFix/>
          </a:blip>
          <a:stretch>
            <a:fillRect/>
          </a:stretch>
        </p:blipFill>
        <p:spPr>
          <a:xfrm>
            <a:off x="726725" y="624288"/>
            <a:ext cx="4062599" cy="4296025"/>
          </a:xfrm>
          <a:prstGeom prst="rect">
            <a:avLst/>
          </a:prstGeom>
          <a:noFill/>
          <a:ln>
            <a:noFill/>
          </a:ln>
        </p:spPr>
      </p:pic>
      <p:pic>
        <p:nvPicPr>
          <p:cNvPr id="653" name="Google Shape;653;p36"/>
          <p:cNvPicPr preferRelativeResize="0"/>
          <p:nvPr/>
        </p:nvPicPr>
        <p:blipFill>
          <a:blip r:embed="rId4">
            <a:alphaModFix/>
          </a:blip>
          <a:stretch>
            <a:fillRect/>
          </a:stretch>
        </p:blipFill>
        <p:spPr>
          <a:xfrm>
            <a:off x="5014325" y="837650"/>
            <a:ext cx="3676000" cy="4221649"/>
          </a:xfrm>
          <a:prstGeom prst="rect">
            <a:avLst/>
          </a:prstGeom>
          <a:noFill/>
          <a:ln>
            <a:noFill/>
          </a:ln>
        </p:spPr>
      </p:pic>
      <p:sp>
        <p:nvSpPr>
          <p:cNvPr id="654" name="Google Shape;654;p36"/>
          <p:cNvSpPr txBox="1"/>
          <p:nvPr/>
        </p:nvSpPr>
        <p:spPr>
          <a:xfrm>
            <a:off x="736250" y="46350"/>
            <a:ext cx="7954200" cy="625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latin typeface="Barlow Light"/>
                <a:ea typeface="Barlow Light"/>
                <a:cs typeface="Barlow Light"/>
                <a:sym typeface="Barlow Light"/>
              </a:rPr>
              <a:t>What? Where? Patterns? Why There? Why Care?</a:t>
            </a:r>
            <a:endParaRPr sz="2600">
              <a:latin typeface="Barlow Light"/>
              <a:ea typeface="Barlow Light"/>
              <a:cs typeface="Barlow Light"/>
              <a:sym typeface="Barlow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pic>
        <p:nvPicPr>
          <p:cNvPr id="659" name="Google Shape;659;p37"/>
          <p:cNvPicPr preferRelativeResize="0"/>
          <p:nvPr/>
        </p:nvPicPr>
        <p:blipFill>
          <a:blip r:embed="rId3">
            <a:alphaModFix/>
          </a:blip>
          <a:stretch>
            <a:fillRect/>
          </a:stretch>
        </p:blipFill>
        <p:spPr>
          <a:xfrm>
            <a:off x="1586550" y="771650"/>
            <a:ext cx="6519226" cy="4343775"/>
          </a:xfrm>
          <a:prstGeom prst="rect">
            <a:avLst/>
          </a:prstGeom>
          <a:noFill/>
          <a:ln>
            <a:noFill/>
          </a:ln>
        </p:spPr>
      </p:pic>
      <p:sp>
        <p:nvSpPr>
          <p:cNvPr id="660" name="Google Shape;660;p37"/>
          <p:cNvSpPr txBox="1"/>
          <p:nvPr/>
        </p:nvSpPr>
        <p:spPr>
          <a:xfrm>
            <a:off x="1002700" y="46350"/>
            <a:ext cx="7796400" cy="53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hlink"/>
                </a:solidFill>
                <a:uFill>
                  <a:noFill/>
                </a:uFill>
                <a:latin typeface="Barlow Light"/>
                <a:ea typeface="Barlow Light"/>
                <a:cs typeface="Barlow Light"/>
                <a:sym typeface="Barlow Light"/>
                <a:hlinkClick r:id="rId4"/>
              </a:rPr>
              <a:t>Maps show drastic drop in China’s air pollution after coronavirus quarantine</a:t>
            </a:r>
            <a:endParaRPr sz="2000">
              <a:latin typeface="Barlow Light"/>
              <a:ea typeface="Barlow Light"/>
              <a:cs typeface="Barlow Light"/>
              <a:sym typeface="Barlow Light"/>
            </a:endParaRPr>
          </a:p>
          <a:p>
            <a:pPr indent="0" lvl="0" marL="0" rtl="0" algn="l">
              <a:spcBef>
                <a:spcPts val="0"/>
              </a:spcBef>
              <a:spcAft>
                <a:spcPts val="0"/>
              </a:spcAft>
              <a:buNone/>
            </a:pPr>
            <a:r>
              <a:t/>
            </a:r>
            <a:endParaRPr>
              <a:latin typeface="Barlow Light"/>
              <a:ea typeface="Barlow Light"/>
              <a:cs typeface="Barlow Light"/>
              <a:sym typeface="Barlow Light"/>
            </a:endParaRPr>
          </a:p>
          <a:p>
            <a:pPr indent="0" lvl="0" marL="0" rtl="0" algn="l">
              <a:spcBef>
                <a:spcPts val="0"/>
              </a:spcBef>
              <a:spcAft>
                <a:spcPts val="0"/>
              </a:spcAft>
              <a:buNone/>
            </a:pPr>
            <a:r>
              <a:t/>
            </a:r>
            <a:endParaRPr>
              <a:latin typeface="Barlow Light"/>
              <a:ea typeface="Barlow Light"/>
              <a:cs typeface="Barlow Light"/>
              <a:sym typeface="Barlow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38"/>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Objectives and Essential Learning </a:t>
            </a:r>
            <a:endParaRPr/>
          </a:p>
        </p:txBody>
      </p:sp>
      <p:sp>
        <p:nvSpPr>
          <p:cNvPr id="666" name="Google Shape;666;p38"/>
          <p:cNvSpPr txBox="1"/>
          <p:nvPr>
            <p:ph idx="1" type="body"/>
          </p:nvPr>
        </p:nvSpPr>
        <p:spPr>
          <a:xfrm>
            <a:off x="711650" y="1390125"/>
            <a:ext cx="7048800" cy="35847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200"/>
              <a:t>1.4 Define major geographic concepts that illustrate spatial relationships.</a:t>
            </a:r>
            <a:endParaRPr/>
          </a:p>
        </p:txBody>
      </p:sp>
      <p:sp>
        <p:nvSpPr>
          <p:cNvPr id="667" name="Google Shape;667;p3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68" name="Google Shape;668;p38"/>
          <p:cNvPicPr preferRelativeResize="0"/>
          <p:nvPr/>
        </p:nvPicPr>
        <p:blipFill>
          <a:blip r:embed="rId3">
            <a:alphaModFix/>
          </a:blip>
          <a:stretch>
            <a:fillRect/>
          </a:stretch>
        </p:blipFill>
        <p:spPr>
          <a:xfrm rot="749764">
            <a:off x="7682076" y="1749951"/>
            <a:ext cx="1277501" cy="12775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odovico template">
  <a:themeElements>
    <a:clrScheme name="Custom 347">
      <a:dk1>
        <a:srgbClr val="272A36"/>
      </a:dk1>
      <a:lt1>
        <a:srgbClr val="FFFFFF"/>
      </a:lt1>
      <a:dk2>
        <a:srgbClr val="808392"/>
      </a:dk2>
      <a:lt2>
        <a:srgbClr val="E0E0E7"/>
      </a:lt2>
      <a:accent1>
        <a:srgbClr val="FFAD1D"/>
      </a:accent1>
      <a:accent2>
        <a:srgbClr val="EB7700"/>
      </a:accent2>
      <a:accent3>
        <a:srgbClr val="FD7E6B"/>
      </a:accent3>
      <a:accent4>
        <a:srgbClr val="F03131"/>
      </a:accent4>
      <a:accent5>
        <a:srgbClr val="41B5FF"/>
      </a:accent5>
      <a:accent6>
        <a:srgbClr val="1E87CA"/>
      </a:accent6>
      <a:hlink>
        <a:srgbClr val="272A36"/>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