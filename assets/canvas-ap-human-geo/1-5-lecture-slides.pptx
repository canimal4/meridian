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60f28284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60f28284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77dee0215e_0_6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77dee0215e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77dee0215e_0_6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77dee0215e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77dee0215e_0_6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77dee0215e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77dee0215e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77dee0215e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77dee0215e_0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77dee0215e_0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77dee0215e_0_1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77dee0215e_0_1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77dee0215e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77dee0215e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77dee0215e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77dee0215e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77dee0215e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77dee0215e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77dee0215e_0_11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77dee0215e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6dc5ef9112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6dc5ef91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6dc5ef9112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6dc5ef911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6dc5ef9112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6dc5ef911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dc5ef9112_0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6dc5ef911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6dc5ef9112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6dc5ef911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6dc5ef9112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6dc5ef911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6dc5ef911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6dc5ef911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6dc5ef911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6dc5ef911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6dc5ef911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6dc5ef911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6dc5ef911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6dc5ef911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6dc5ef911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6dc5ef911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6dc5ef9112_0_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6dc5ef911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4" name="Shape 54"/>
        <p:cNvGrpSpPr/>
        <p:nvPr/>
      </p:nvGrpSpPr>
      <p:grpSpPr>
        <a:xfrm>
          <a:off x="0" y="0"/>
          <a:ext cx="0" cy="0"/>
          <a:chOff x="0" y="0"/>
          <a:chExt cx="0" cy="0"/>
        </a:xfrm>
      </p:grpSpPr>
      <p:grpSp>
        <p:nvGrpSpPr>
          <p:cNvPr id="55" name="Google Shape;55;p14"/>
          <p:cNvGrpSpPr/>
          <p:nvPr/>
        </p:nvGrpSpPr>
        <p:grpSpPr>
          <a:xfrm>
            <a:off x="-225" y="0"/>
            <a:ext cx="9144224" cy="5143512"/>
            <a:chOff x="-225" y="0"/>
            <a:chExt cx="9144224" cy="5143512"/>
          </a:xfrm>
        </p:grpSpPr>
        <p:sp>
          <p:nvSpPr>
            <p:cNvPr id="56" name="Google Shape;56;p14"/>
            <p:cNvSpPr/>
            <p:nvPr/>
          </p:nvSpPr>
          <p:spPr>
            <a:xfrm>
              <a:off x="0" y="0"/>
              <a:ext cx="6100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175" y="1541675"/>
              <a:ext cx="6870000" cy="2060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14"/>
            <p:cNvGrpSpPr/>
            <p:nvPr/>
          </p:nvGrpSpPr>
          <p:grpSpPr>
            <a:xfrm>
              <a:off x="8477595" y="4477088"/>
              <a:ext cx="666403" cy="666424"/>
              <a:chOff x="7996345" y="980275"/>
              <a:chExt cx="666403" cy="666424"/>
            </a:xfrm>
          </p:grpSpPr>
          <p:sp>
            <p:nvSpPr>
              <p:cNvPr id="59" name="Google Shape;59;p14"/>
              <p:cNvSpPr/>
              <p:nvPr/>
            </p:nvSpPr>
            <p:spPr>
              <a:xfrm>
                <a:off x="7996345"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8198672"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8400998"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7996345"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8198672"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8400998"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7996345"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8198672"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8400998"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7996345"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8198672"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8400998"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8603324"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8603324"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8603324"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8603349"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7042555" y="1541664"/>
              <a:ext cx="730045" cy="2060087"/>
              <a:chOff x="7022220" y="1541675"/>
              <a:chExt cx="666403" cy="1880499"/>
            </a:xfrm>
          </p:grpSpPr>
          <p:sp>
            <p:nvSpPr>
              <p:cNvPr id="76" name="Google Shape;76;p14"/>
              <p:cNvSpPr/>
              <p:nvPr/>
            </p:nvSpPr>
            <p:spPr>
              <a:xfrm>
                <a:off x="7022220"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7224547"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7426873"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7022220"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7224547"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7426873"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7022220"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7224547"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7426873"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7022220"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7224547"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7426873"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7629199"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7629199"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7629199"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7629224"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7022220"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7224547"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7426873"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7022220"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7224547"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7426873"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7022220"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7224547"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7426873"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7022220"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7224547"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7426873"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7629199"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7629199"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7629199"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7629224"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7022220"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7224547"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7426873"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7022220"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7224547"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7426873"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7629199"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7629224"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14"/>
            <p:cNvGrpSpPr/>
            <p:nvPr/>
          </p:nvGrpSpPr>
          <p:grpSpPr>
            <a:xfrm>
              <a:off x="-225" y="2008293"/>
              <a:ext cx="301822" cy="1126923"/>
              <a:chOff x="-225" y="1987280"/>
              <a:chExt cx="318950" cy="1190873"/>
            </a:xfrm>
          </p:grpSpPr>
          <p:sp>
            <p:nvSpPr>
              <p:cNvPr id="117" name="Google Shape;117;p14"/>
              <p:cNvSpPr/>
              <p:nvPr/>
            </p:nvSpPr>
            <p:spPr>
              <a:xfrm>
                <a:off x="-175" y="1987280"/>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14"/>
            <p:cNvGrpSpPr/>
            <p:nvPr/>
          </p:nvGrpSpPr>
          <p:grpSpPr>
            <a:xfrm>
              <a:off x="8842175" y="668859"/>
              <a:ext cx="301822" cy="872807"/>
              <a:chOff x="-225" y="2255817"/>
              <a:chExt cx="318950" cy="922336"/>
            </a:xfrm>
          </p:grpSpPr>
          <p:sp>
            <p:nvSpPr>
              <p:cNvPr id="123" name="Google Shape;123;p14"/>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14"/>
            <p:cNvGrpSpPr/>
            <p:nvPr/>
          </p:nvGrpSpPr>
          <p:grpSpPr>
            <a:xfrm>
              <a:off x="5798375" y="4270684"/>
              <a:ext cx="301822" cy="872807"/>
              <a:chOff x="1611209" y="2255817"/>
              <a:chExt cx="318950" cy="922336"/>
            </a:xfrm>
          </p:grpSpPr>
          <p:sp>
            <p:nvSpPr>
              <p:cNvPr id="128" name="Google Shape;128;p14"/>
              <p:cNvSpPr/>
              <p:nvPr/>
            </p:nvSpPr>
            <p:spPr>
              <a:xfrm>
                <a:off x="1611259"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1611259"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1611209"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1611209" y="30614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14"/>
            <p:cNvGrpSpPr/>
            <p:nvPr/>
          </p:nvGrpSpPr>
          <p:grpSpPr>
            <a:xfrm>
              <a:off x="685795" y="0"/>
              <a:ext cx="666403" cy="666424"/>
              <a:chOff x="7996345" y="980275"/>
              <a:chExt cx="666403" cy="666424"/>
            </a:xfrm>
          </p:grpSpPr>
          <p:sp>
            <p:nvSpPr>
              <p:cNvPr id="133" name="Google Shape;133;p14"/>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 name="Google Shape;149;p14"/>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50" name="Shape 150"/>
        <p:cNvGrpSpPr/>
        <p:nvPr/>
      </p:nvGrpSpPr>
      <p:grpSpPr>
        <a:xfrm>
          <a:off x="0" y="0"/>
          <a:ext cx="0" cy="0"/>
          <a:chOff x="0" y="0"/>
          <a:chExt cx="0" cy="0"/>
        </a:xfrm>
      </p:grpSpPr>
      <p:sp>
        <p:nvSpPr>
          <p:cNvPr id="151" name="Google Shape;151;p15"/>
          <p:cNvSpPr/>
          <p:nvPr/>
        </p:nvSpPr>
        <p:spPr>
          <a:xfrm>
            <a:off x="6100358" y="13"/>
            <a:ext cx="3050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175" y="1541675"/>
            <a:ext cx="6870000" cy="206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15"/>
          <p:cNvGrpSpPr/>
          <p:nvPr/>
        </p:nvGrpSpPr>
        <p:grpSpPr>
          <a:xfrm>
            <a:off x="8477595" y="4477088"/>
            <a:ext cx="666403" cy="666424"/>
            <a:chOff x="7996345" y="980275"/>
            <a:chExt cx="666403" cy="666424"/>
          </a:xfrm>
        </p:grpSpPr>
        <p:sp>
          <p:nvSpPr>
            <p:cNvPr id="154" name="Google Shape;154;p15"/>
            <p:cNvSpPr/>
            <p:nvPr/>
          </p:nvSpPr>
          <p:spPr>
            <a:xfrm>
              <a:off x="7996345"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8198672"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8400998"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7996345"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8198672"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8400998"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7996345"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8198672"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8400998"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7996345"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8198672"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8400998"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8603324"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8603324"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8603324"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8603349"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15"/>
          <p:cNvGrpSpPr/>
          <p:nvPr/>
        </p:nvGrpSpPr>
        <p:grpSpPr>
          <a:xfrm>
            <a:off x="7042555" y="1541664"/>
            <a:ext cx="508369" cy="2060087"/>
            <a:chOff x="7022220" y="1541675"/>
            <a:chExt cx="464052" cy="1880499"/>
          </a:xfrm>
        </p:grpSpPr>
        <p:sp>
          <p:nvSpPr>
            <p:cNvPr id="171" name="Google Shape;171;p15"/>
            <p:cNvSpPr/>
            <p:nvPr/>
          </p:nvSpPr>
          <p:spPr>
            <a:xfrm>
              <a:off x="7022220"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7224547"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7426873"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022220"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7224547"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7426873"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7022220"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7224547"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7426873"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7022220"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7224547"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7426873"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7022220"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7224547"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7426873"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7022220"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7224547"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7426873"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7022220"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7224547"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7426873"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7022220"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7224547"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7426873"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7022220"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7224547"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7426873"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7022220"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7224547"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7426873"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15"/>
          <p:cNvGrpSpPr/>
          <p:nvPr/>
        </p:nvGrpSpPr>
        <p:grpSpPr>
          <a:xfrm>
            <a:off x="-225" y="2135380"/>
            <a:ext cx="301822" cy="872770"/>
            <a:chOff x="-225" y="1987280"/>
            <a:chExt cx="318950" cy="922298"/>
          </a:xfrm>
        </p:grpSpPr>
        <p:sp>
          <p:nvSpPr>
            <p:cNvPr id="202" name="Google Shape;202;p15"/>
            <p:cNvSpPr/>
            <p:nvPr/>
          </p:nvSpPr>
          <p:spPr>
            <a:xfrm>
              <a:off x="-175" y="1987280"/>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175"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175"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225"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5"/>
          <p:cNvGrpSpPr/>
          <p:nvPr/>
        </p:nvGrpSpPr>
        <p:grpSpPr>
          <a:xfrm>
            <a:off x="8842175" y="668859"/>
            <a:ext cx="301822" cy="872807"/>
            <a:chOff x="-225" y="2255817"/>
            <a:chExt cx="318950" cy="922336"/>
          </a:xfrm>
        </p:grpSpPr>
        <p:sp>
          <p:nvSpPr>
            <p:cNvPr id="207" name="Google Shape;207;p15"/>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15"/>
          <p:cNvGrpSpPr/>
          <p:nvPr/>
        </p:nvGrpSpPr>
        <p:grpSpPr>
          <a:xfrm>
            <a:off x="6100350" y="4270684"/>
            <a:ext cx="301822" cy="872807"/>
            <a:chOff x="-225" y="2255817"/>
            <a:chExt cx="318950" cy="922336"/>
          </a:xfrm>
        </p:grpSpPr>
        <p:sp>
          <p:nvSpPr>
            <p:cNvPr id="212" name="Google Shape;212;p15"/>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15"/>
          <p:cNvGrpSpPr/>
          <p:nvPr/>
        </p:nvGrpSpPr>
        <p:grpSpPr>
          <a:xfrm>
            <a:off x="685795" y="0"/>
            <a:ext cx="666403" cy="666424"/>
            <a:chOff x="7996345" y="980275"/>
            <a:chExt cx="666403" cy="666424"/>
          </a:xfrm>
        </p:grpSpPr>
        <p:sp>
          <p:nvSpPr>
            <p:cNvPr id="217" name="Google Shape;217;p15"/>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15"/>
          <p:cNvSpPr txBox="1"/>
          <p:nvPr>
            <p:ph type="ctrTitle"/>
          </p:nvPr>
        </p:nvSpPr>
        <p:spPr>
          <a:xfrm>
            <a:off x="603425" y="1794125"/>
            <a:ext cx="5497200" cy="8727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3600"/>
              <a:buNone/>
              <a:defRPr sz="3600">
                <a:solidFill>
                  <a:schemeClr val="dk1"/>
                </a:solidFill>
              </a:defRPr>
            </a:lvl1pPr>
            <a:lvl2pPr lvl="1" rtl="0">
              <a:spcBef>
                <a:spcPts val="0"/>
              </a:spcBef>
              <a:spcAft>
                <a:spcPts val="0"/>
              </a:spcAft>
              <a:buClr>
                <a:schemeClr val="dk1"/>
              </a:buClr>
              <a:buSzPts val="3600"/>
              <a:buNone/>
              <a:defRPr sz="3600">
                <a:solidFill>
                  <a:schemeClr val="dk1"/>
                </a:solidFill>
              </a:defRPr>
            </a:lvl2pPr>
            <a:lvl3pPr lvl="2" rtl="0">
              <a:spcBef>
                <a:spcPts val="0"/>
              </a:spcBef>
              <a:spcAft>
                <a:spcPts val="0"/>
              </a:spcAft>
              <a:buClr>
                <a:schemeClr val="dk1"/>
              </a:buClr>
              <a:buSzPts val="3600"/>
              <a:buNone/>
              <a:defRPr sz="3600">
                <a:solidFill>
                  <a:schemeClr val="dk1"/>
                </a:solidFill>
              </a:defRPr>
            </a:lvl3pPr>
            <a:lvl4pPr lvl="3" rtl="0">
              <a:spcBef>
                <a:spcPts val="0"/>
              </a:spcBef>
              <a:spcAft>
                <a:spcPts val="0"/>
              </a:spcAft>
              <a:buClr>
                <a:schemeClr val="dk1"/>
              </a:buClr>
              <a:buSzPts val="3600"/>
              <a:buNone/>
              <a:defRPr sz="3600">
                <a:solidFill>
                  <a:schemeClr val="dk1"/>
                </a:solidFill>
              </a:defRPr>
            </a:lvl4pPr>
            <a:lvl5pPr lvl="4" rtl="0">
              <a:spcBef>
                <a:spcPts val="0"/>
              </a:spcBef>
              <a:spcAft>
                <a:spcPts val="0"/>
              </a:spcAft>
              <a:buClr>
                <a:schemeClr val="dk1"/>
              </a:buClr>
              <a:buSzPts val="3600"/>
              <a:buNone/>
              <a:defRPr sz="3600">
                <a:solidFill>
                  <a:schemeClr val="dk1"/>
                </a:solidFill>
              </a:defRPr>
            </a:lvl5pPr>
            <a:lvl6pPr lvl="5" rtl="0">
              <a:spcBef>
                <a:spcPts val="0"/>
              </a:spcBef>
              <a:spcAft>
                <a:spcPts val="0"/>
              </a:spcAft>
              <a:buClr>
                <a:schemeClr val="dk1"/>
              </a:buClr>
              <a:buSzPts val="3600"/>
              <a:buNone/>
              <a:defRPr sz="3600">
                <a:solidFill>
                  <a:schemeClr val="dk1"/>
                </a:solidFill>
              </a:defRPr>
            </a:lvl6pPr>
            <a:lvl7pPr lvl="6" rtl="0">
              <a:spcBef>
                <a:spcPts val="0"/>
              </a:spcBef>
              <a:spcAft>
                <a:spcPts val="0"/>
              </a:spcAft>
              <a:buClr>
                <a:schemeClr val="dk1"/>
              </a:buClr>
              <a:buSzPts val="3600"/>
              <a:buNone/>
              <a:defRPr sz="3600">
                <a:solidFill>
                  <a:schemeClr val="dk1"/>
                </a:solidFill>
              </a:defRPr>
            </a:lvl7pPr>
            <a:lvl8pPr lvl="7" rtl="0">
              <a:spcBef>
                <a:spcPts val="0"/>
              </a:spcBef>
              <a:spcAft>
                <a:spcPts val="0"/>
              </a:spcAft>
              <a:buClr>
                <a:schemeClr val="dk1"/>
              </a:buClr>
              <a:buSzPts val="3600"/>
              <a:buNone/>
              <a:defRPr sz="3600">
                <a:solidFill>
                  <a:schemeClr val="dk1"/>
                </a:solidFill>
              </a:defRPr>
            </a:lvl8pPr>
            <a:lvl9pPr lvl="8" rtl="0">
              <a:spcBef>
                <a:spcPts val="0"/>
              </a:spcBef>
              <a:spcAft>
                <a:spcPts val="0"/>
              </a:spcAft>
              <a:buClr>
                <a:schemeClr val="dk1"/>
              </a:buClr>
              <a:buSzPts val="3600"/>
              <a:buNone/>
              <a:defRPr sz="3600">
                <a:solidFill>
                  <a:schemeClr val="dk1"/>
                </a:solidFill>
              </a:defRPr>
            </a:lvl9pPr>
          </a:lstStyle>
          <a:p/>
        </p:txBody>
      </p:sp>
      <p:sp>
        <p:nvSpPr>
          <p:cNvPr id="234" name="Google Shape;234;p15"/>
          <p:cNvSpPr txBox="1"/>
          <p:nvPr>
            <p:ph idx="1" type="subTitle"/>
          </p:nvPr>
        </p:nvSpPr>
        <p:spPr>
          <a:xfrm>
            <a:off x="603425" y="2604674"/>
            <a:ext cx="5497200" cy="379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35" name="Shape 235"/>
        <p:cNvGrpSpPr/>
        <p:nvPr/>
      </p:nvGrpSpPr>
      <p:grpSpPr>
        <a:xfrm>
          <a:off x="0" y="0"/>
          <a:ext cx="0" cy="0"/>
          <a:chOff x="0" y="0"/>
          <a:chExt cx="0" cy="0"/>
        </a:xfrm>
      </p:grpSpPr>
      <p:grpSp>
        <p:nvGrpSpPr>
          <p:cNvPr id="236" name="Google Shape;236;p16"/>
          <p:cNvGrpSpPr/>
          <p:nvPr/>
        </p:nvGrpSpPr>
        <p:grpSpPr>
          <a:xfrm>
            <a:off x="-175" y="0"/>
            <a:ext cx="9158125" cy="5149862"/>
            <a:chOff x="-175" y="0"/>
            <a:chExt cx="9158125" cy="5149862"/>
          </a:xfrm>
        </p:grpSpPr>
        <p:sp>
          <p:nvSpPr>
            <p:cNvPr id="237" name="Google Shape;237;p16"/>
            <p:cNvSpPr/>
            <p:nvPr/>
          </p:nvSpPr>
          <p:spPr>
            <a:xfrm>
              <a:off x="0" y="0"/>
              <a:ext cx="7845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 name="Google Shape;238;p16"/>
            <p:cNvGrpSpPr/>
            <p:nvPr/>
          </p:nvGrpSpPr>
          <p:grpSpPr>
            <a:xfrm>
              <a:off x="-175" y="664293"/>
              <a:ext cx="318794" cy="653721"/>
              <a:chOff x="5385375" y="498300"/>
              <a:chExt cx="802200" cy="556500"/>
            </a:xfrm>
          </p:grpSpPr>
          <p:sp>
            <p:nvSpPr>
              <p:cNvPr id="239" name="Google Shape;239;p16"/>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 name="Google Shape;242;p16"/>
            <p:cNvSpPr/>
            <p:nvPr/>
          </p:nvSpPr>
          <p:spPr>
            <a:xfrm>
              <a:off x="666125" y="660475"/>
              <a:ext cx="666300" cy="66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16"/>
            <p:cNvGrpSpPr/>
            <p:nvPr/>
          </p:nvGrpSpPr>
          <p:grpSpPr>
            <a:xfrm>
              <a:off x="8994728" y="670955"/>
              <a:ext cx="149289" cy="653721"/>
              <a:chOff x="5385375" y="498300"/>
              <a:chExt cx="802200" cy="556500"/>
            </a:xfrm>
          </p:grpSpPr>
          <p:sp>
            <p:nvSpPr>
              <p:cNvPr id="245" name="Google Shape;245;p16"/>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 name="Google Shape;248;p16"/>
            <p:cNvGrpSpPr/>
            <p:nvPr/>
          </p:nvGrpSpPr>
          <p:grpSpPr>
            <a:xfrm>
              <a:off x="7508545" y="3014000"/>
              <a:ext cx="666403" cy="1475799"/>
              <a:chOff x="7508545" y="664625"/>
              <a:chExt cx="666403" cy="1475799"/>
            </a:xfrm>
          </p:grpSpPr>
          <p:sp>
            <p:nvSpPr>
              <p:cNvPr id="249" name="Google Shape;249;p16"/>
              <p:cNvSpPr/>
              <p:nvPr/>
            </p:nvSpPr>
            <p:spPr>
              <a:xfrm>
                <a:off x="7508545"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7710872"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7913198"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a:off x="7508545"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7710872"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7913198"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7508545"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a:off x="7710872"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7913198"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7508545"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7710872"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7913198"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8115524"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8115524"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8115524"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8115549"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7508545"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7710872"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7913198"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7508545"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7710872"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7913198"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7508545"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7710872"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7913198"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7508545"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7710872"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7913198"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8115524"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p:nvPr/>
            </p:nvSpPr>
            <p:spPr>
              <a:xfrm>
                <a:off x="8115524"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8115524"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8115549"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16"/>
            <p:cNvGrpSpPr/>
            <p:nvPr/>
          </p:nvGrpSpPr>
          <p:grpSpPr>
            <a:xfrm>
              <a:off x="666070" y="4483438"/>
              <a:ext cx="666403" cy="666424"/>
              <a:chOff x="7996345" y="980275"/>
              <a:chExt cx="666403" cy="666424"/>
            </a:xfrm>
          </p:grpSpPr>
          <p:sp>
            <p:nvSpPr>
              <p:cNvPr id="282" name="Google Shape;282;p16"/>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8" name="Google Shape;298;p16"/>
          <p:cNvSpPr txBox="1"/>
          <p:nvPr>
            <p:ph idx="1" type="body"/>
          </p:nvPr>
        </p:nvSpPr>
        <p:spPr>
          <a:xfrm>
            <a:off x="1699000" y="660475"/>
            <a:ext cx="5045400" cy="3829200"/>
          </a:xfrm>
          <a:prstGeom prst="rect">
            <a:avLst/>
          </a:prstGeom>
        </p:spPr>
        <p:txBody>
          <a:bodyPr anchorCtr="0" anchor="t" bIns="0" lIns="0" spcFirstLastPara="1" rIns="0" wrap="square" tIns="0">
            <a:noAutofit/>
          </a:bodyPr>
          <a:lstStyle>
            <a:lvl1pPr indent="-457200" lvl="0" marL="457200" rtl="0">
              <a:lnSpc>
                <a:spcPct val="100000"/>
              </a:lnSpc>
              <a:spcBef>
                <a:spcPts val="600"/>
              </a:spcBef>
              <a:spcAft>
                <a:spcPts val="0"/>
              </a:spcAft>
              <a:buClr>
                <a:schemeClr val="lt1"/>
              </a:buClr>
              <a:buSzPts val="3600"/>
              <a:buFont typeface="Barlow SemiBold"/>
              <a:buChar char="▪"/>
              <a:defRPr sz="3600">
                <a:latin typeface="Barlow SemiBold"/>
                <a:ea typeface="Barlow SemiBold"/>
                <a:cs typeface="Barlow SemiBold"/>
                <a:sym typeface="Barlow SemiBold"/>
              </a:defRPr>
            </a:lvl1pPr>
            <a:lvl2pPr indent="-457200" lvl="1" marL="914400" rtl="0">
              <a:lnSpc>
                <a:spcPct val="100000"/>
              </a:lnSpc>
              <a:spcBef>
                <a:spcPts val="0"/>
              </a:spcBef>
              <a:spcAft>
                <a:spcPts val="0"/>
              </a:spcAft>
              <a:buClr>
                <a:schemeClr val="lt1"/>
              </a:buClr>
              <a:buSzPts val="3600"/>
              <a:buFont typeface="Barlow SemiBold"/>
              <a:buChar char="▫"/>
              <a:defRPr sz="3600">
                <a:latin typeface="Barlow SemiBold"/>
                <a:ea typeface="Barlow SemiBold"/>
                <a:cs typeface="Barlow SemiBold"/>
                <a:sym typeface="Barlow SemiBold"/>
              </a:defRPr>
            </a:lvl2pPr>
            <a:lvl3pPr indent="-457200" lvl="2" marL="1371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3pPr>
            <a:lvl4pPr indent="-457200" lvl="3" marL="1828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4pPr>
            <a:lvl5pPr indent="-457200" lvl="4" marL="22860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5pPr>
            <a:lvl6pPr indent="-457200" lvl="5" marL="27432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6pPr>
            <a:lvl7pPr indent="-457200" lvl="6" marL="32004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7pPr>
            <a:lvl8pPr indent="-457200" lvl="7" marL="3657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8pPr>
            <a:lvl9pPr indent="-457200" lvl="8" marL="4114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9pPr>
          </a:lstStyle>
          <a:p/>
        </p:txBody>
      </p:sp>
      <p:sp>
        <p:nvSpPr>
          <p:cNvPr id="299" name="Google Shape;299;p16"/>
          <p:cNvSpPr txBox="1"/>
          <p:nvPr/>
        </p:nvSpPr>
        <p:spPr>
          <a:xfrm>
            <a:off x="666125" y="574543"/>
            <a:ext cx="6663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lt1"/>
                </a:solidFill>
              </a:rPr>
              <a:t>“</a:t>
            </a:r>
            <a:endParaRPr sz="9600">
              <a:solidFill>
                <a:schemeClr val="lt1"/>
              </a:solidFill>
            </a:endParaRPr>
          </a:p>
        </p:txBody>
      </p:sp>
      <p:sp>
        <p:nvSpPr>
          <p:cNvPr id="300" name="Google Shape;300;p1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01" name="Shape 301"/>
        <p:cNvGrpSpPr/>
        <p:nvPr/>
      </p:nvGrpSpPr>
      <p:grpSpPr>
        <a:xfrm>
          <a:off x="0" y="0"/>
          <a:ext cx="0" cy="0"/>
          <a:chOff x="0" y="0"/>
          <a:chExt cx="0" cy="0"/>
        </a:xfrm>
      </p:grpSpPr>
      <p:sp>
        <p:nvSpPr>
          <p:cNvPr id="302" name="Google Shape;302;p17"/>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03" name="Google Shape;303;p17"/>
          <p:cNvSpPr txBox="1"/>
          <p:nvPr>
            <p:ph idx="1" type="body"/>
          </p:nvPr>
        </p:nvSpPr>
        <p:spPr>
          <a:xfrm>
            <a:off x="1199775" y="1599700"/>
            <a:ext cx="66507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04" name="Google Shape;304;p1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305" name="Google Shape;305;p17"/>
          <p:cNvGrpSpPr/>
          <p:nvPr/>
        </p:nvGrpSpPr>
        <p:grpSpPr>
          <a:xfrm>
            <a:off x="-207" y="0"/>
            <a:ext cx="9158157" cy="5149835"/>
            <a:chOff x="-207" y="0"/>
            <a:chExt cx="9158157" cy="5149835"/>
          </a:xfrm>
        </p:grpSpPr>
        <p:sp>
          <p:nvSpPr>
            <p:cNvPr id="306" name="Google Shape;306;p17"/>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17"/>
            <p:cNvGrpSpPr/>
            <p:nvPr/>
          </p:nvGrpSpPr>
          <p:grpSpPr>
            <a:xfrm>
              <a:off x="-207" y="664293"/>
              <a:ext cx="155867" cy="653721"/>
              <a:chOff x="5385375" y="498300"/>
              <a:chExt cx="802200" cy="556500"/>
            </a:xfrm>
          </p:grpSpPr>
          <p:sp>
            <p:nvSpPr>
              <p:cNvPr id="310" name="Google Shape;310;p17"/>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17"/>
            <p:cNvGrpSpPr/>
            <p:nvPr/>
          </p:nvGrpSpPr>
          <p:grpSpPr>
            <a:xfrm>
              <a:off x="322384" y="4483463"/>
              <a:ext cx="666347" cy="666373"/>
              <a:chOff x="7134700" y="414375"/>
              <a:chExt cx="501919" cy="501900"/>
            </a:xfrm>
          </p:grpSpPr>
          <p:sp>
            <p:nvSpPr>
              <p:cNvPr id="314" name="Google Shape;314;p17"/>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7"/>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7"/>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17"/>
            <p:cNvGrpSpPr/>
            <p:nvPr/>
          </p:nvGrpSpPr>
          <p:grpSpPr>
            <a:xfrm>
              <a:off x="8832384" y="670955"/>
              <a:ext cx="311815" cy="653721"/>
              <a:chOff x="5385375" y="498300"/>
              <a:chExt cx="802200" cy="556500"/>
            </a:xfrm>
          </p:grpSpPr>
          <p:sp>
            <p:nvSpPr>
              <p:cNvPr id="331" name="Google Shape;331;p17"/>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4" name="Google Shape;334;p17"/>
          <p:cNvSpPr/>
          <p:nvPr/>
        </p:nvSpPr>
        <p:spPr>
          <a:xfrm>
            <a:off x="705975" y="4423000"/>
            <a:ext cx="351600" cy="72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spTree>
      <p:nvGrpSpPr>
        <p:cNvPr id="335" name="Shape 335"/>
        <p:cNvGrpSpPr/>
        <p:nvPr/>
      </p:nvGrpSpPr>
      <p:grpSpPr>
        <a:xfrm>
          <a:off x="0" y="0"/>
          <a:ext cx="0" cy="0"/>
          <a:chOff x="0" y="0"/>
          <a:chExt cx="0" cy="0"/>
        </a:xfrm>
      </p:grpSpPr>
      <p:sp>
        <p:nvSpPr>
          <p:cNvPr id="336" name="Google Shape;336;p18"/>
          <p:cNvSpPr/>
          <p:nvPr/>
        </p:nvSpPr>
        <p:spPr>
          <a:xfrm>
            <a:off x="6100358" y="13"/>
            <a:ext cx="3050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322375" y="646500"/>
            <a:ext cx="44706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18"/>
          <p:cNvGrpSpPr/>
          <p:nvPr/>
        </p:nvGrpSpPr>
        <p:grpSpPr>
          <a:xfrm>
            <a:off x="-207" y="646493"/>
            <a:ext cx="155867" cy="653721"/>
            <a:chOff x="5385375" y="498300"/>
            <a:chExt cx="802200" cy="556500"/>
          </a:xfrm>
        </p:grpSpPr>
        <p:sp>
          <p:nvSpPr>
            <p:cNvPr id="340" name="Google Shape;340;p18"/>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18"/>
          <p:cNvGrpSpPr/>
          <p:nvPr/>
        </p:nvGrpSpPr>
        <p:grpSpPr>
          <a:xfrm>
            <a:off x="5434002" y="4483463"/>
            <a:ext cx="666347" cy="666373"/>
            <a:chOff x="7134700" y="414375"/>
            <a:chExt cx="501919" cy="501900"/>
          </a:xfrm>
        </p:grpSpPr>
        <p:sp>
          <p:nvSpPr>
            <p:cNvPr id="344" name="Google Shape;344;p18"/>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8"/>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18"/>
          <p:cNvGrpSpPr/>
          <p:nvPr/>
        </p:nvGrpSpPr>
        <p:grpSpPr>
          <a:xfrm rot="-5400000">
            <a:off x="8018100" y="-167410"/>
            <a:ext cx="318554" cy="653721"/>
            <a:chOff x="5385375" y="498300"/>
            <a:chExt cx="802200" cy="556500"/>
          </a:xfrm>
        </p:grpSpPr>
        <p:sp>
          <p:nvSpPr>
            <p:cNvPr id="361" name="Google Shape;361;p18"/>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18"/>
          <p:cNvSpPr txBox="1"/>
          <p:nvPr>
            <p:ph type="title"/>
          </p:nvPr>
        </p:nvSpPr>
        <p:spPr>
          <a:xfrm>
            <a:off x="508700" y="646500"/>
            <a:ext cx="4284300" cy="653700"/>
          </a:xfrm>
          <a:prstGeom prst="rect">
            <a:avLst/>
          </a:prstGeom>
        </p:spPr>
        <p:txBody>
          <a:bodyPr anchorCtr="0" anchor="ctr" bIns="0" lIns="0" spcFirstLastPara="1" rIns="0" wrap="square" tIns="0">
            <a:noAutofit/>
          </a:bodyPr>
          <a:lstStyle>
            <a:lvl1pPr lvl="0" rtl="0">
              <a:lnSpc>
                <a:spcPct val="80000"/>
              </a:lnSpc>
              <a:spcBef>
                <a:spcPts val="0"/>
              </a:spcBef>
              <a:spcAft>
                <a:spcPts val="0"/>
              </a:spcAft>
              <a:buSzPts val="26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365" name="Google Shape;365;p18"/>
          <p:cNvSpPr txBox="1"/>
          <p:nvPr>
            <p:ph idx="1" type="body"/>
          </p:nvPr>
        </p:nvSpPr>
        <p:spPr>
          <a:xfrm>
            <a:off x="508700" y="1599700"/>
            <a:ext cx="42843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66" name="Google Shape;366;p1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67" name="Shape 367"/>
        <p:cNvGrpSpPr/>
        <p:nvPr/>
      </p:nvGrpSpPr>
      <p:grpSpPr>
        <a:xfrm>
          <a:off x="0" y="0"/>
          <a:ext cx="0" cy="0"/>
          <a:chOff x="0" y="0"/>
          <a:chExt cx="0" cy="0"/>
        </a:xfrm>
      </p:grpSpPr>
      <p:grpSp>
        <p:nvGrpSpPr>
          <p:cNvPr id="368" name="Google Shape;368;p19"/>
          <p:cNvGrpSpPr/>
          <p:nvPr/>
        </p:nvGrpSpPr>
        <p:grpSpPr>
          <a:xfrm>
            <a:off x="-207" y="0"/>
            <a:ext cx="9158157" cy="5149835"/>
            <a:chOff x="-207" y="0"/>
            <a:chExt cx="9158157" cy="5149835"/>
          </a:xfrm>
        </p:grpSpPr>
        <p:sp>
          <p:nvSpPr>
            <p:cNvPr id="369" name="Google Shape;369;p19"/>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9"/>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9"/>
            <p:cNvGrpSpPr/>
            <p:nvPr/>
          </p:nvGrpSpPr>
          <p:grpSpPr>
            <a:xfrm>
              <a:off x="-207" y="664293"/>
              <a:ext cx="155867" cy="653721"/>
              <a:chOff x="5385375" y="498300"/>
              <a:chExt cx="802200" cy="556500"/>
            </a:xfrm>
          </p:grpSpPr>
          <p:sp>
            <p:nvSpPr>
              <p:cNvPr id="373" name="Google Shape;373;p19"/>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9"/>
            <p:cNvGrpSpPr/>
            <p:nvPr/>
          </p:nvGrpSpPr>
          <p:grpSpPr>
            <a:xfrm>
              <a:off x="322384" y="4483463"/>
              <a:ext cx="666347" cy="666373"/>
              <a:chOff x="7134700" y="414375"/>
              <a:chExt cx="501919" cy="501900"/>
            </a:xfrm>
          </p:grpSpPr>
          <p:sp>
            <p:nvSpPr>
              <p:cNvPr id="377" name="Google Shape;377;p19"/>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9"/>
            <p:cNvGrpSpPr/>
            <p:nvPr/>
          </p:nvGrpSpPr>
          <p:grpSpPr>
            <a:xfrm>
              <a:off x="8832384" y="670955"/>
              <a:ext cx="311815" cy="653721"/>
              <a:chOff x="5385375" y="498300"/>
              <a:chExt cx="802200" cy="556500"/>
            </a:xfrm>
          </p:grpSpPr>
          <p:sp>
            <p:nvSpPr>
              <p:cNvPr id="394" name="Google Shape;394;p19"/>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7" name="Google Shape;397;p19"/>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98" name="Google Shape;398;p19"/>
          <p:cNvSpPr txBox="1"/>
          <p:nvPr>
            <p:ph idx="1" type="body"/>
          </p:nvPr>
        </p:nvSpPr>
        <p:spPr>
          <a:xfrm>
            <a:off x="1172650"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99" name="Google Shape;399;p19"/>
          <p:cNvSpPr txBox="1"/>
          <p:nvPr>
            <p:ph idx="2" type="body"/>
          </p:nvPr>
        </p:nvSpPr>
        <p:spPr>
          <a:xfrm>
            <a:off x="5056888"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00" name="Google Shape;400;p1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01" name="Shape 401"/>
        <p:cNvGrpSpPr/>
        <p:nvPr/>
      </p:nvGrpSpPr>
      <p:grpSpPr>
        <a:xfrm>
          <a:off x="0" y="0"/>
          <a:ext cx="0" cy="0"/>
          <a:chOff x="0" y="0"/>
          <a:chExt cx="0" cy="0"/>
        </a:xfrm>
      </p:grpSpPr>
      <p:grpSp>
        <p:nvGrpSpPr>
          <p:cNvPr id="402" name="Google Shape;402;p20"/>
          <p:cNvGrpSpPr/>
          <p:nvPr/>
        </p:nvGrpSpPr>
        <p:grpSpPr>
          <a:xfrm>
            <a:off x="-207" y="0"/>
            <a:ext cx="9158157" cy="5149835"/>
            <a:chOff x="-207" y="0"/>
            <a:chExt cx="9158157" cy="5149835"/>
          </a:xfrm>
        </p:grpSpPr>
        <p:sp>
          <p:nvSpPr>
            <p:cNvPr id="403" name="Google Shape;403;p20"/>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20"/>
            <p:cNvGrpSpPr/>
            <p:nvPr/>
          </p:nvGrpSpPr>
          <p:grpSpPr>
            <a:xfrm>
              <a:off x="-207" y="664293"/>
              <a:ext cx="155867" cy="653721"/>
              <a:chOff x="5385375" y="498300"/>
              <a:chExt cx="802200" cy="556500"/>
            </a:xfrm>
          </p:grpSpPr>
          <p:sp>
            <p:nvSpPr>
              <p:cNvPr id="407" name="Google Shape;407;p20"/>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0"/>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20"/>
            <p:cNvGrpSpPr/>
            <p:nvPr/>
          </p:nvGrpSpPr>
          <p:grpSpPr>
            <a:xfrm>
              <a:off x="322384" y="4483463"/>
              <a:ext cx="666347" cy="666373"/>
              <a:chOff x="7134700" y="414375"/>
              <a:chExt cx="501919" cy="501900"/>
            </a:xfrm>
          </p:grpSpPr>
          <p:sp>
            <p:nvSpPr>
              <p:cNvPr id="411" name="Google Shape;411;p20"/>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20"/>
            <p:cNvGrpSpPr/>
            <p:nvPr/>
          </p:nvGrpSpPr>
          <p:grpSpPr>
            <a:xfrm>
              <a:off x="8832384" y="670955"/>
              <a:ext cx="311815" cy="653721"/>
              <a:chOff x="5385375" y="498300"/>
              <a:chExt cx="802200" cy="556500"/>
            </a:xfrm>
          </p:grpSpPr>
          <p:sp>
            <p:nvSpPr>
              <p:cNvPr id="428" name="Google Shape;428;p20"/>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0"/>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1" name="Google Shape;431;p20"/>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32" name="Google Shape;432;p20"/>
          <p:cNvSpPr txBox="1"/>
          <p:nvPr>
            <p:ph idx="1" type="body"/>
          </p:nvPr>
        </p:nvSpPr>
        <p:spPr>
          <a:xfrm>
            <a:off x="1165875"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3" name="Google Shape;433;p20"/>
          <p:cNvSpPr txBox="1"/>
          <p:nvPr>
            <p:ph idx="2" type="body"/>
          </p:nvPr>
        </p:nvSpPr>
        <p:spPr>
          <a:xfrm>
            <a:off x="3706438"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4" name="Google Shape;434;p20"/>
          <p:cNvSpPr txBox="1"/>
          <p:nvPr>
            <p:ph idx="3" type="body"/>
          </p:nvPr>
        </p:nvSpPr>
        <p:spPr>
          <a:xfrm>
            <a:off x="6247001"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5" name="Google Shape;435;p2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6" name="Shape 436"/>
        <p:cNvGrpSpPr/>
        <p:nvPr/>
      </p:nvGrpSpPr>
      <p:grpSpPr>
        <a:xfrm>
          <a:off x="0" y="0"/>
          <a:ext cx="0" cy="0"/>
          <a:chOff x="0" y="0"/>
          <a:chExt cx="0" cy="0"/>
        </a:xfrm>
      </p:grpSpPr>
      <p:grpSp>
        <p:nvGrpSpPr>
          <p:cNvPr id="437" name="Google Shape;437;p21"/>
          <p:cNvGrpSpPr/>
          <p:nvPr/>
        </p:nvGrpSpPr>
        <p:grpSpPr>
          <a:xfrm>
            <a:off x="-207" y="0"/>
            <a:ext cx="9158157" cy="5149835"/>
            <a:chOff x="-207" y="0"/>
            <a:chExt cx="9158157" cy="5149835"/>
          </a:xfrm>
        </p:grpSpPr>
        <p:sp>
          <p:nvSpPr>
            <p:cNvPr id="438" name="Google Shape;438;p21"/>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21"/>
            <p:cNvGrpSpPr/>
            <p:nvPr/>
          </p:nvGrpSpPr>
          <p:grpSpPr>
            <a:xfrm>
              <a:off x="-207" y="664293"/>
              <a:ext cx="155867" cy="653721"/>
              <a:chOff x="5385375" y="498300"/>
              <a:chExt cx="802200" cy="556500"/>
            </a:xfrm>
          </p:grpSpPr>
          <p:sp>
            <p:nvSpPr>
              <p:cNvPr id="442" name="Google Shape;442;p21"/>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 name="Google Shape;445;p21"/>
            <p:cNvGrpSpPr/>
            <p:nvPr/>
          </p:nvGrpSpPr>
          <p:grpSpPr>
            <a:xfrm>
              <a:off x="322384" y="4483463"/>
              <a:ext cx="666347" cy="666373"/>
              <a:chOff x="7134700" y="414375"/>
              <a:chExt cx="501919" cy="501900"/>
            </a:xfrm>
          </p:grpSpPr>
          <p:sp>
            <p:nvSpPr>
              <p:cNvPr id="446" name="Google Shape;446;p21"/>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1"/>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21"/>
            <p:cNvGrpSpPr/>
            <p:nvPr/>
          </p:nvGrpSpPr>
          <p:grpSpPr>
            <a:xfrm>
              <a:off x="8832384" y="670955"/>
              <a:ext cx="311815" cy="653721"/>
              <a:chOff x="5385375" y="498300"/>
              <a:chExt cx="802200" cy="556500"/>
            </a:xfrm>
          </p:grpSpPr>
          <p:sp>
            <p:nvSpPr>
              <p:cNvPr id="463" name="Google Shape;463;p21"/>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6" name="Google Shape;466;p21"/>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67" name="Google Shape;467;p21"/>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8" name="Shape 468"/>
        <p:cNvGrpSpPr/>
        <p:nvPr/>
      </p:nvGrpSpPr>
      <p:grpSpPr>
        <a:xfrm>
          <a:off x="0" y="0"/>
          <a:ext cx="0" cy="0"/>
          <a:chOff x="0" y="0"/>
          <a:chExt cx="0" cy="0"/>
        </a:xfrm>
      </p:grpSpPr>
      <p:sp>
        <p:nvSpPr>
          <p:cNvPr id="469" name="Google Shape;469;p22"/>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322375" y="4489799"/>
            <a:ext cx="7524000" cy="331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22"/>
          <p:cNvGrpSpPr/>
          <p:nvPr/>
        </p:nvGrpSpPr>
        <p:grpSpPr>
          <a:xfrm>
            <a:off x="-207" y="664293"/>
            <a:ext cx="155867" cy="653721"/>
            <a:chOff x="5385375" y="498300"/>
            <a:chExt cx="802200" cy="556500"/>
          </a:xfrm>
        </p:grpSpPr>
        <p:sp>
          <p:nvSpPr>
            <p:cNvPr id="473" name="Google Shape;473;p22"/>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22"/>
          <p:cNvGrpSpPr/>
          <p:nvPr/>
        </p:nvGrpSpPr>
        <p:grpSpPr>
          <a:xfrm>
            <a:off x="322384" y="657975"/>
            <a:ext cx="666347" cy="666373"/>
            <a:chOff x="7134700" y="414375"/>
            <a:chExt cx="501919" cy="501900"/>
          </a:xfrm>
        </p:grpSpPr>
        <p:sp>
          <p:nvSpPr>
            <p:cNvPr id="477" name="Google Shape;477;p22"/>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2"/>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2"/>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2"/>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2"/>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2"/>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2"/>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22"/>
          <p:cNvGrpSpPr/>
          <p:nvPr/>
        </p:nvGrpSpPr>
        <p:grpSpPr>
          <a:xfrm>
            <a:off x="8832384" y="670955"/>
            <a:ext cx="311815" cy="653721"/>
            <a:chOff x="5385375" y="498300"/>
            <a:chExt cx="802200" cy="556500"/>
          </a:xfrm>
        </p:grpSpPr>
        <p:sp>
          <p:nvSpPr>
            <p:cNvPr id="494" name="Google Shape;494;p22"/>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2"/>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22"/>
          <p:cNvSpPr txBox="1"/>
          <p:nvPr>
            <p:ph idx="1" type="body"/>
          </p:nvPr>
        </p:nvSpPr>
        <p:spPr>
          <a:xfrm>
            <a:off x="650725" y="4489800"/>
            <a:ext cx="7195800" cy="331200"/>
          </a:xfrm>
          <a:prstGeom prst="rect">
            <a:avLst/>
          </a:prstGeom>
        </p:spPr>
        <p:txBody>
          <a:bodyPr anchorCtr="0" anchor="ctr" bIns="0" lIns="0" spcFirstLastPara="1" rIns="0" wrap="square" tIns="0">
            <a:noAutofit/>
          </a:bodyPr>
          <a:lstStyle>
            <a:lvl1pPr indent="-228600" lvl="0" marL="457200" rtl="0">
              <a:spcBef>
                <a:spcPts val="360"/>
              </a:spcBef>
              <a:spcAft>
                <a:spcPts val="0"/>
              </a:spcAft>
              <a:buSzPts val="1400"/>
              <a:buNone/>
              <a:defRPr sz="1400"/>
            </a:lvl1pPr>
          </a:lstStyle>
          <a:p/>
        </p:txBody>
      </p:sp>
      <p:sp>
        <p:nvSpPr>
          <p:cNvPr id="498" name="Google Shape;498;p22"/>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1" type="blank">
  <p:cSld name="BLANK">
    <p:spTree>
      <p:nvGrpSpPr>
        <p:cNvPr id="499" name="Shape 499"/>
        <p:cNvGrpSpPr/>
        <p:nvPr/>
      </p:nvGrpSpPr>
      <p:grpSpPr>
        <a:xfrm>
          <a:off x="0" y="0"/>
          <a:ext cx="0" cy="0"/>
          <a:chOff x="0" y="0"/>
          <a:chExt cx="0" cy="0"/>
        </a:xfrm>
      </p:grpSpPr>
      <p:grpSp>
        <p:nvGrpSpPr>
          <p:cNvPr id="500" name="Google Shape;500;p23"/>
          <p:cNvGrpSpPr/>
          <p:nvPr/>
        </p:nvGrpSpPr>
        <p:grpSpPr>
          <a:xfrm>
            <a:off x="-207" y="0"/>
            <a:ext cx="9158157" cy="5149835"/>
            <a:chOff x="-207" y="0"/>
            <a:chExt cx="9158157" cy="5149835"/>
          </a:xfrm>
        </p:grpSpPr>
        <p:sp>
          <p:nvSpPr>
            <p:cNvPr id="501" name="Google Shape;501;p23"/>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3"/>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3"/>
            <p:cNvGrpSpPr/>
            <p:nvPr/>
          </p:nvGrpSpPr>
          <p:grpSpPr>
            <a:xfrm>
              <a:off x="-207" y="664293"/>
              <a:ext cx="155867" cy="653721"/>
              <a:chOff x="5385375" y="498300"/>
              <a:chExt cx="802200" cy="556500"/>
            </a:xfrm>
          </p:grpSpPr>
          <p:sp>
            <p:nvSpPr>
              <p:cNvPr id="504" name="Google Shape;504;p23"/>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3"/>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23"/>
            <p:cNvGrpSpPr/>
            <p:nvPr/>
          </p:nvGrpSpPr>
          <p:grpSpPr>
            <a:xfrm>
              <a:off x="322384" y="4483463"/>
              <a:ext cx="666347" cy="666373"/>
              <a:chOff x="7134700" y="414375"/>
              <a:chExt cx="501919" cy="501900"/>
            </a:xfrm>
          </p:grpSpPr>
          <p:sp>
            <p:nvSpPr>
              <p:cNvPr id="508" name="Google Shape;508;p23"/>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3"/>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3"/>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23"/>
            <p:cNvGrpSpPr/>
            <p:nvPr/>
          </p:nvGrpSpPr>
          <p:grpSpPr>
            <a:xfrm>
              <a:off x="8832384" y="670955"/>
              <a:ext cx="311815" cy="653721"/>
              <a:chOff x="5385375" y="498300"/>
              <a:chExt cx="802200" cy="556500"/>
            </a:xfrm>
          </p:grpSpPr>
          <p:sp>
            <p:nvSpPr>
              <p:cNvPr id="525" name="Google Shape;525;p23"/>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3"/>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3"/>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8" name="Google Shape;528;p23"/>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2">
  <p:cSld name="BLANK_1">
    <p:spTree>
      <p:nvGrpSpPr>
        <p:cNvPr id="529" name="Shape 529"/>
        <p:cNvGrpSpPr/>
        <p:nvPr/>
      </p:nvGrpSpPr>
      <p:grpSpPr>
        <a:xfrm>
          <a:off x="0" y="0"/>
          <a:ext cx="0" cy="0"/>
          <a:chOff x="0" y="0"/>
          <a:chExt cx="0" cy="0"/>
        </a:xfrm>
      </p:grpSpPr>
      <p:sp>
        <p:nvSpPr>
          <p:cNvPr id="530" name="Google Shape;530;p24"/>
          <p:cNvSpPr/>
          <p:nvPr/>
        </p:nvSpPr>
        <p:spPr>
          <a:xfrm>
            <a:off x="8490504" y="4489800"/>
            <a:ext cx="653700" cy="65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4"/>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 name="Google Shape;532;p24"/>
          <p:cNvGrpSpPr/>
          <p:nvPr/>
        </p:nvGrpSpPr>
        <p:grpSpPr>
          <a:xfrm>
            <a:off x="-207" y="664293"/>
            <a:ext cx="155867" cy="653721"/>
            <a:chOff x="5385375" y="498300"/>
            <a:chExt cx="802200" cy="556500"/>
          </a:xfrm>
        </p:grpSpPr>
        <p:sp>
          <p:nvSpPr>
            <p:cNvPr id="533" name="Google Shape;533;p24"/>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4"/>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4"/>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24"/>
          <p:cNvGrpSpPr/>
          <p:nvPr/>
        </p:nvGrpSpPr>
        <p:grpSpPr>
          <a:xfrm>
            <a:off x="322384" y="657975"/>
            <a:ext cx="666347" cy="666373"/>
            <a:chOff x="7134700" y="414375"/>
            <a:chExt cx="501919" cy="501900"/>
          </a:xfrm>
        </p:grpSpPr>
        <p:sp>
          <p:nvSpPr>
            <p:cNvPr id="537" name="Google Shape;537;p24"/>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4"/>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4"/>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4"/>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24"/>
          <p:cNvGrpSpPr/>
          <p:nvPr/>
        </p:nvGrpSpPr>
        <p:grpSpPr>
          <a:xfrm>
            <a:off x="8832384" y="670955"/>
            <a:ext cx="311815" cy="653721"/>
            <a:chOff x="5385375" y="498300"/>
            <a:chExt cx="802200" cy="556500"/>
          </a:xfrm>
        </p:grpSpPr>
        <p:sp>
          <p:nvSpPr>
            <p:cNvPr id="554" name="Google Shape;554;p24"/>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24"/>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61100" y="664300"/>
            <a:ext cx="7843200" cy="653700"/>
          </a:xfrm>
          <a:prstGeom prst="rect">
            <a:avLst/>
          </a:prstGeom>
          <a:noFill/>
          <a:ln>
            <a:noFill/>
          </a:ln>
        </p:spPr>
        <p:txBody>
          <a:bodyPr anchorCtr="0" anchor="ctr" bIns="0" lIns="0" spcFirstLastPara="1" rIns="0" wrap="square" tIns="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p:txBody>
      </p:sp>
      <p:sp>
        <p:nvSpPr>
          <p:cNvPr id="52" name="Google Shape;52;p13"/>
          <p:cNvSpPr txBox="1"/>
          <p:nvPr>
            <p:ph idx="1" type="body"/>
          </p:nvPr>
        </p:nvSpPr>
        <p:spPr>
          <a:xfrm>
            <a:off x="1314800" y="1599700"/>
            <a:ext cx="7189500" cy="28860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04254" y="4489800"/>
            <a:ext cx="653700" cy="653700"/>
          </a:xfrm>
          <a:prstGeom prst="rect">
            <a:avLst/>
          </a:prstGeom>
          <a:noFill/>
          <a:ln>
            <a:noFill/>
          </a:ln>
        </p:spPr>
        <p:txBody>
          <a:bodyPr anchorCtr="0" anchor="ctr" bIns="0" lIns="0" spcFirstLastPara="1" rIns="0" wrap="square" tIns="0">
            <a:noAutofit/>
          </a:bodyPr>
          <a:lstStyle>
            <a:lvl1pPr lvl="0" rtl="0" algn="ctr">
              <a:buNone/>
              <a:defRPr sz="1300">
                <a:solidFill>
                  <a:schemeClr val="accent1"/>
                </a:solidFill>
                <a:latin typeface="Barlow Light"/>
                <a:ea typeface="Barlow Light"/>
                <a:cs typeface="Barlow Light"/>
                <a:sym typeface="Barlow Light"/>
              </a:defRPr>
            </a:lvl1pPr>
            <a:lvl2pPr lvl="1" rtl="0" algn="ctr">
              <a:buNone/>
              <a:defRPr sz="1300">
                <a:solidFill>
                  <a:schemeClr val="accent1"/>
                </a:solidFill>
                <a:latin typeface="Barlow Light"/>
                <a:ea typeface="Barlow Light"/>
                <a:cs typeface="Barlow Light"/>
                <a:sym typeface="Barlow Light"/>
              </a:defRPr>
            </a:lvl2pPr>
            <a:lvl3pPr lvl="2" rtl="0" algn="ctr">
              <a:buNone/>
              <a:defRPr sz="1300">
                <a:solidFill>
                  <a:schemeClr val="accent1"/>
                </a:solidFill>
                <a:latin typeface="Barlow Light"/>
                <a:ea typeface="Barlow Light"/>
                <a:cs typeface="Barlow Light"/>
                <a:sym typeface="Barlow Light"/>
              </a:defRPr>
            </a:lvl3pPr>
            <a:lvl4pPr lvl="3" rtl="0" algn="ctr">
              <a:buNone/>
              <a:defRPr sz="1300">
                <a:solidFill>
                  <a:schemeClr val="accent1"/>
                </a:solidFill>
                <a:latin typeface="Barlow Light"/>
                <a:ea typeface="Barlow Light"/>
                <a:cs typeface="Barlow Light"/>
                <a:sym typeface="Barlow Light"/>
              </a:defRPr>
            </a:lvl4pPr>
            <a:lvl5pPr lvl="4" rtl="0" algn="ctr">
              <a:buNone/>
              <a:defRPr sz="1300">
                <a:solidFill>
                  <a:schemeClr val="accent1"/>
                </a:solidFill>
                <a:latin typeface="Barlow Light"/>
                <a:ea typeface="Barlow Light"/>
                <a:cs typeface="Barlow Light"/>
                <a:sym typeface="Barlow Light"/>
              </a:defRPr>
            </a:lvl5pPr>
            <a:lvl6pPr lvl="5" rtl="0" algn="ctr">
              <a:buNone/>
              <a:defRPr sz="1300">
                <a:solidFill>
                  <a:schemeClr val="accent1"/>
                </a:solidFill>
                <a:latin typeface="Barlow Light"/>
                <a:ea typeface="Barlow Light"/>
                <a:cs typeface="Barlow Light"/>
                <a:sym typeface="Barlow Light"/>
              </a:defRPr>
            </a:lvl6pPr>
            <a:lvl7pPr lvl="6" rtl="0" algn="ctr">
              <a:buNone/>
              <a:defRPr sz="1300">
                <a:solidFill>
                  <a:schemeClr val="accent1"/>
                </a:solidFill>
                <a:latin typeface="Barlow Light"/>
                <a:ea typeface="Barlow Light"/>
                <a:cs typeface="Barlow Light"/>
                <a:sym typeface="Barlow Light"/>
              </a:defRPr>
            </a:lvl7pPr>
            <a:lvl8pPr lvl="7" rtl="0" algn="ctr">
              <a:buNone/>
              <a:defRPr sz="1300">
                <a:solidFill>
                  <a:schemeClr val="accent1"/>
                </a:solidFill>
                <a:latin typeface="Barlow Light"/>
                <a:ea typeface="Barlow Light"/>
                <a:cs typeface="Barlow Light"/>
                <a:sym typeface="Barlow Light"/>
              </a:defRPr>
            </a:lvl8pPr>
            <a:lvl9pPr lvl="8" rtl="0" algn="ctr">
              <a:buNone/>
              <a:defRPr sz="1300">
                <a:solidFill>
                  <a:schemeClr val="accent1"/>
                </a:solidFill>
                <a:latin typeface="Barlow Light"/>
                <a:ea typeface="Barlow Light"/>
                <a:cs typeface="Barlow Light"/>
                <a:sym typeface="Barlow Light"/>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hyperlink" Target="http://dontchangethislink.peardeckmagic.zone?eyJ0eXBlIjoiZ29vZ2xlLXNsaWRlcy1hZGRvbi1yZXNwb25zZS1mb290ZXIiLCJsYXN0RWRpdGVkQnkiOiIxMDkwMTE0NzEwMDUxMTY3MzAxMDciLCJwcmVzZW50YXRpb25JZCI6IjFiR3hreWxXYm96Qy1ZWkluMk1KQ1NSNEZVR3R5Nk0wYmR5MEtBVm1YaHNZIiwiY29udGVudElkIjoiY3VzdG9tLXJlc3BvbnNlLWZyZWVSZXNwb25zZS10ZXh0Iiwic2xpZGVJZCI6ImcyNjBmMjgyODRhMF8wXzAiLCJjb250ZW50SW5zdGFuY2VJZCI6IjFiR3hreWxXYm96Qy1ZWkluMk1KQ1NSNEZVR3R5Nk0wYmR5MEtBVm1YaHNZLzdmYjNhOGQ5LWRkNmYtNDJkZi1iZjQzLWIyYjdlYWM1YjA0ZSJ9pearId=magic-pear-metadata-identifi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dontchangethislink.peardeckmagic.zone?eyJ0eXBlIjoiZ29vZ2xlLXNsaWRlcy1hZGRvbi1yZXNwb25zZS1mb290ZXIiLCJsYXN0RWRpdGVkQnkiOiIxMDkwMTE0NzEwMDUxMTY3MzAxMDciLCJwcmVzZW50YXRpb25JZCI6IjFiR3hreWxXYm96Qy1ZWkluMk1KQ1NSNEZVR3R5Nk0wYmR5MEtBVm1YaHNZIiwiY29udGVudElkIjoiY3VzdG9tLXJlc3BvbnNlLWZyZWVSZXNwb25zZS10ZXh0Iiwic2xpZGVJZCI6Imc3N2RlZTAyMTVlXzBfMTIwNSIsImNvbnRlbnRJbnN0YW5jZUlkIjoiMWJHeGt5bFdib3pDLVlaSW4yTUpDU1I0RlVHdHk2TTBiZHkwS0FWbVhoc1kvODVkZTJmYTItYmI4MS00MDM5LWE3ZjgtMGU0YmNiNzI1Nzc5In0=pearId=magic-pear-metadata-identifi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dontchangethislink.peardeckmagic.zone?eyJ0eXBlIjoiZ29vZ2xlLXNsaWRlcy1hZGRvbi1yZXNwb25zZS1mb290ZXIiLCJsYXN0RWRpdGVkQnkiOiIxMDkwMTE0NzEwMDUxMTY3MzAxMDciLCJwcmVzZW50YXRpb25JZCI6IjFiR3hreWxXYm96Qy1ZWkluMk1KQ1NSNEZVR3R5Nk0wYmR5MEtBVm1YaHNZIiwiY29udGVudElkIjoiY3VzdG9tLXJlc3BvbnNlLWZyZWVSZXNwb25zZS10ZXh0Iiwic2xpZGVJZCI6Imc3N2RlZTAyMTVlXzBfMTE4NCIsImNvbnRlbnRJbnN0YW5jZUlkIjoiMWJHeGt5bFdib3pDLVlaSW4yTUpDU1I0RlVHdHk2TTBiZHkwS0FWbVhoc1kvMjg3OTMyODAtZjk2YS00YzM5LTgwM2MtYzdlNWIyYTU3NWE0In0=pearId=magic-pear-metadata-identifi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hyperlink" Target="http://dontchangethislink.peardeckmagic.zone?eyJ0eXBlIjoiZ29vZ2xlLXNsaWRlcy1hZGRvbi1yZXNwb25zZS1mb290ZXIiLCJsYXN0RWRpdGVkQnkiOiIxMDkwMTE0NzEwMDUxMTY3MzAxMDciLCJwcmVzZW50YXRpb25JZCI6IjFiR3hreWxXYm96Qy1ZWkluMk1KQ1NSNEZVR3R5Nk0wYmR5MEtBVm1YaHNZIiwiY29udGVudElkIjoiY3VzdG9tLXJlc3BvbnNlLWZyZWVSZXNwb25zZS10ZXh0Iiwic2xpZGVJZCI6Imc3N2RlZTAyMTVlXzBfMTE5MiIsImNvbnRlbnRJbnN0YW5jZUlkIjoiMWJHeGt5bFdib3pDLVlaSW4yTUpDU1I0RlVHdHk2TTBiZHkwS0FWbVhoc1kvNmFkZmViZWUtYjI0NS00YmFkLThiYmItZmY2ZTY4MTlhNmIxIn0=pearId=magic-pear-metadata-identifi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9.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hyperlink" Target="http://dontchangethislink.peardeckmagic.zone?eyJ0eXBlIjoiZ29vZ2xlLXNsaWRlcy1hZGRvbi1yZXNwb25zZS1mb290ZXIiLCJsYXN0RWRpdGVkQnkiOiIxMDkwMTE0NzEwMDUxMTY3MzAxMDciLCJwcmVzZW50YXRpb25JZCI6IjFiR3hreWxXYm96Qy1ZWkluMk1KQ1NSNEZVR3R5Nk0wYmR5MEtBVm1YaHNZIiwiY29udGVudElkIjoiY3VzdG9tLXJlc3BvbnNlLWZyZWVSZXNwb25zZS10ZXh0Iiwic2xpZGVJZCI6ImczNmRjNWVmOTExMl8wXzQ3IiwiY29udGVudEluc3RhbmNlSWQiOiIxYkd4a3lsV2JvekMtWVpJbjJNSkNTUjRGVUd0eTZNMGJkeTBLQVZtWGhzWS9iNzMyZWVjNy1jYzliLTRhODUtOWI3Ni04ODE3YmEzZWE1Y2UifQ==pearId=magic-pear-metadata-identifi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5"/>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25"/>
          <p:cNvSpPr txBox="1"/>
          <p:nvPr>
            <p:ph idx="1" type="body"/>
          </p:nvPr>
        </p:nvSpPr>
        <p:spPr>
          <a:xfrm>
            <a:off x="1199775" y="1599700"/>
            <a:ext cx="6650700" cy="28860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pic>
        <p:nvPicPr>
          <p:cNvPr id="564" name="Google Shape;564;p25"/>
          <p:cNvPicPr preferRelativeResize="0"/>
          <p:nvPr/>
        </p:nvPicPr>
        <p:blipFill>
          <a:blip r:embed="rId3">
            <a:alphaModFix/>
          </a:blip>
          <a:stretch>
            <a:fillRect/>
          </a:stretch>
        </p:blipFill>
        <p:spPr>
          <a:xfrm>
            <a:off x="0" y="0"/>
            <a:ext cx="9144003" cy="5143501"/>
          </a:xfrm>
          <a:prstGeom prst="rect">
            <a:avLst/>
          </a:prstGeom>
          <a:noFill/>
          <a:ln>
            <a:noFill/>
          </a:ln>
        </p:spPr>
      </p:pic>
      <p:sp>
        <p:nvSpPr>
          <p:cNvPr id="565" name="Google Shape;565;p25">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6"/>
          <p:cNvSpPr txBox="1"/>
          <p:nvPr>
            <p:ph type="ctrTitle"/>
          </p:nvPr>
        </p:nvSpPr>
        <p:spPr>
          <a:xfrm>
            <a:off x="685800" y="1541675"/>
            <a:ext cx="61653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1.5 </a:t>
            </a:r>
            <a:endParaRPr/>
          </a:p>
          <a:p>
            <a:pPr indent="0" lvl="0" marL="0" rtl="0" algn="l">
              <a:spcBef>
                <a:spcPts val="0"/>
              </a:spcBef>
              <a:spcAft>
                <a:spcPts val="0"/>
              </a:spcAft>
              <a:buNone/>
            </a:pPr>
            <a:r>
              <a:rPr lang="en"/>
              <a:t>Human-Environmental Interaction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576" name="Google Shape;576;p27"/>
          <p:cNvSpPr txBox="1"/>
          <p:nvPr>
            <p:ph idx="1" type="body"/>
          </p:nvPr>
        </p:nvSpPr>
        <p:spPr>
          <a:xfrm>
            <a:off x="711650" y="1390125"/>
            <a:ext cx="70488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1.5 Explain how major geographic concepts illustrate spatial relationships.</a:t>
            </a:r>
            <a:endParaRPr sz="22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1.5.2 Theories regarding the interaction of the natural environment with human societies have evolved from environmental determinism to possibilism.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rPr lang="en" sz="1100">
                <a:solidFill>
                  <a:srgbClr val="000000"/>
                </a:solidFill>
                <a:latin typeface="Century Gothic"/>
                <a:ea typeface="Century Gothic"/>
                <a:cs typeface="Century Gothic"/>
                <a:sym typeface="Century Gothic"/>
              </a:rPr>
              <a:t>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577" name="Google Shape;577;p2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78" name="Google Shape;578;p27"/>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8"/>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Cultural Ecology </a:t>
            </a:r>
            <a:endParaRPr b="1">
              <a:solidFill>
                <a:srgbClr val="FFFFFF"/>
              </a:solidFill>
              <a:latin typeface="Barlow"/>
              <a:ea typeface="Barlow"/>
              <a:cs typeface="Barlow"/>
              <a:sym typeface="Barlow"/>
            </a:endParaRPr>
          </a:p>
        </p:txBody>
      </p:sp>
      <p:sp>
        <p:nvSpPr>
          <p:cNvPr id="584" name="Google Shape;584;p2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85" name="Google Shape;585;p28"/>
          <p:cNvPicPr preferRelativeResize="0"/>
          <p:nvPr/>
        </p:nvPicPr>
        <p:blipFill rotWithShape="1">
          <a:blip r:embed="rId3">
            <a:alphaModFix/>
          </a:blip>
          <a:srcRect b="17763" l="0" r="0" t="0"/>
          <a:stretch/>
        </p:blipFill>
        <p:spPr>
          <a:xfrm>
            <a:off x="3066600" y="1789275"/>
            <a:ext cx="6077400" cy="3354224"/>
          </a:xfrm>
          <a:prstGeom prst="rect">
            <a:avLst/>
          </a:prstGeom>
          <a:noFill/>
          <a:ln>
            <a:noFill/>
          </a:ln>
        </p:spPr>
      </p:pic>
      <p:sp>
        <p:nvSpPr>
          <p:cNvPr id="586" name="Google Shape;586;p28"/>
          <p:cNvSpPr txBox="1"/>
          <p:nvPr/>
        </p:nvSpPr>
        <p:spPr>
          <a:xfrm>
            <a:off x="802500" y="1460600"/>
            <a:ext cx="7701900" cy="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Barlow Light"/>
                <a:ea typeface="Barlow Light"/>
                <a:cs typeface="Barlow Light"/>
                <a:sym typeface="Barlow Light"/>
              </a:rPr>
              <a:t>The study of how humans interact or adapt to the environment. </a:t>
            </a:r>
            <a:endParaRPr sz="2000">
              <a:latin typeface="Barlow Light"/>
              <a:ea typeface="Barlow Light"/>
              <a:cs typeface="Barlow Light"/>
              <a:sym typeface="Barlow Light"/>
            </a:endParaRPr>
          </a:p>
        </p:txBody>
      </p:sp>
      <p:sp>
        <p:nvSpPr>
          <p:cNvPr id="587" name="Google Shape;587;p28"/>
          <p:cNvSpPr txBox="1"/>
          <p:nvPr/>
        </p:nvSpPr>
        <p:spPr>
          <a:xfrm>
            <a:off x="802500" y="1998325"/>
            <a:ext cx="2437200" cy="29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latin typeface="Barlow Light"/>
                <a:ea typeface="Barlow Light"/>
                <a:cs typeface="Barlow Light"/>
                <a:sym typeface="Barlow Light"/>
              </a:rPr>
              <a:t>Theories have evolved over time due to developments in technology.</a:t>
            </a:r>
            <a:endParaRPr sz="1900">
              <a:latin typeface="Barlow Light"/>
              <a:ea typeface="Barlow Light"/>
              <a:cs typeface="Barlow Light"/>
              <a:sym typeface="Barlow Light"/>
            </a:endParaRPr>
          </a:p>
          <a:p>
            <a:pPr indent="0" lvl="0" marL="0" rtl="0" algn="ctr">
              <a:spcBef>
                <a:spcPts val="0"/>
              </a:spcBef>
              <a:spcAft>
                <a:spcPts val="0"/>
              </a:spcAft>
              <a:buNone/>
            </a:pPr>
            <a:r>
              <a:t/>
            </a:r>
            <a:endParaRPr sz="2000">
              <a:latin typeface="Barlow Light"/>
              <a:ea typeface="Barlow Light"/>
              <a:cs typeface="Barlow Light"/>
              <a:sym typeface="Barlow Light"/>
            </a:endParaRPr>
          </a:p>
          <a:p>
            <a:pPr indent="0" lvl="0" marL="0" rtl="0" algn="ctr">
              <a:spcBef>
                <a:spcPts val="0"/>
              </a:spcBef>
              <a:spcAft>
                <a:spcPts val="0"/>
              </a:spcAft>
              <a:buNone/>
            </a:pPr>
            <a:r>
              <a:rPr lang="en" sz="2000">
                <a:latin typeface="Barlow Light"/>
                <a:ea typeface="Barlow Light"/>
                <a:cs typeface="Barlow Light"/>
                <a:sym typeface="Barlow Light"/>
              </a:rPr>
              <a:t>Environmental Determinism </a:t>
            </a:r>
            <a:endParaRPr sz="2000">
              <a:latin typeface="Barlow Light"/>
              <a:ea typeface="Barlow Light"/>
              <a:cs typeface="Barlow Light"/>
              <a:sym typeface="Barlow Light"/>
            </a:endParaRPr>
          </a:p>
          <a:p>
            <a:pPr indent="0" lvl="0" marL="0" rtl="0" algn="ctr">
              <a:spcBef>
                <a:spcPts val="0"/>
              </a:spcBef>
              <a:spcAft>
                <a:spcPts val="0"/>
              </a:spcAft>
              <a:buNone/>
            </a:pPr>
            <a:r>
              <a:rPr lang="en" sz="2000">
                <a:latin typeface="Barlow Light"/>
                <a:ea typeface="Barlow Light"/>
                <a:cs typeface="Barlow Light"/>
                <a:sym typeface="Barlow Light"/>
              </a:rPr>
              <a:t>v. </a:t>
            </a:r>
            <a:endParaRPr sz="2000">
              <a:latin typeface="Barlow Light"/>
              <a:ea typeface="Barlow Light"/>
              <a:cs typeface="Barlow Light"/>
              <a:sym typeface="Barlow Light"/>
            </a:endParaRPr>
          </a:p>
          <a:p>
            <a:pPr indent="0" lvl="0" marL="0" rtl="0" algn="ctr">
              <a:spcBef>
                <a:spcPts val="0"/>
              </a:spcBef>
              <a:spcAft>
                <a:spcPts val="0"/>
              </a:spcAft>
              <a:buNone/>
            </a:pPr>
            <a:r>
              <a:rPr lang="en" sz="2000">
                <a:latin typeface="Barlow Light"/>
                <a:ea typeface="Barlow Light"/>
                <a:cs typeface="Barlow Light"/>
                <a:sym typeface="Barlow Light"/>
              </a:rPr>
              <a:t>Possibilism </a:t>
            </a:r>
            <a:endParaRPr sz="2000">
              <a:latin typeface="Barlow Light"/>
              <a:ea typeface="Barlow Light"/>
              <a:cs typeface="Barlow Light"/>
              <a:sym typeface="Barlow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29"/>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Environmental Determinism </a:t>
            </a:r>
            <a:endParaRPr/>
          </a:p>
        </p:txBody>
      </p:sp>
      <p:sp>
        <p:nvSpPr>
          <p:cNvPr id="593" name="Google Shape;593;p29"/>
          <p:cNvSpPr txBox="1"/>
          <p:nvPr>
            <p:ph idx="1" type="body"/>
          </p:nvPr>
        </p:nvSpPr>
        <p:spPr>
          <a:xfrm>
            <a:off x="707775" y="1429750"/>
            <a:ext cx="4172400" cy="3576600"/>
          </a:xfrm>
          <a:prstGeom prst="rect">
            <a:avLst/>
          </a:prstGeom>
        </p:spPr>
        <p:txBody>
          <a:bodyPr anchorCtr="0" anchor="t" bIns="0" lIns="0" spcFirstLastPara="1" rIns="0" wrap="square" tIns="0">
            <a:noAutofit/>
          </a:bodyPr>
          <a:lstStyle/>
          <a:p>
            <a:pPr indent="-349250" lvl="0" marL="457200" rtl="0" algn="l">
              <a:spcBef>
                <a:spcPts val="600"/>
              </a:spcBef>
              <a:spcAft>
                <a:spcPts val="0"/>
              </a:spcAft>
              <a:buSzPts val="1900"/>
              <a:buChar char="▪"/>
            </a:pPr>
            <a:r>
              <a:rPr lang="en" sz="1900"/>
              <a:t>18th Century </a:t>
            </a:r>
            <a:endParaRPr sz="1900"/>
          </a:p>
          <a:p>
            <a:pPr indent="-349250" lvl="0" marL="457200" rtl="0" algn="l">
              <a:spcBef>
                <a:spcPts val="0"/>
              </a:spcBef>
              <a:spcAft>
                <a:spcPts val="0"/>
              </a:spcAft>
              <a:buSzPts val="1900"/>
              <a:buChar char="▪"/>
            </a:pPr>
            <a:r>
              <a:rPr lang="en" sz="1900"/>
              <a:t>The belief that climate and landforms are the </a:t>
            </a:r>
            <a:r>
              <a:rPr lang="en" sz="1900" u="sng"/>
              <a:t>most powerful</a:t>
            </a:r>
            <a:r>
              <a:rPr lang="en" sz="1900"/>
              <a:t> forces shaping human behavior and societal/cultural development. </a:t>
            </a:r>
            <a:endParaRPr sz="1900"/>
          </a:p>
          <a:p>
            <a:pPr indent="-349250" lvl="1" marL="914400" rtl="0" algn="l">
              <a:spcBef>
                <a:spcPts val="0"/>
              </a:spcBef>
              <a:spcAft>
                <a:spcPts val="0"/>
              </a:spcAft>
              <a:buSzPts val="1900"/>
              <a:buChar char="▫"/>
            </a:pPr>
            <a:r>
              <a:rPr lang="en" sz="1900"/>
              <a:t>Used to justify racism.</a:t>
            </a:r>
            <a:endParaRPr sz="1900"/>
          </a:p>
          <a:p>
            <a:pPr indent="-298450" lvl="2" marL="1371600" rtl="0" algn="l">
              <a:spcBef>
                <a:spcPts val="0"/>
              </a:spcBef>
              <a:spcAft>
                <a:spcPts val="0"/>
              </a:spcAft>
              <a:buClr>
                <a:srgbClr val="000000"/>
              </a:buClr>
              <a:buSzPts val="1100"/>
              <a:buFont typeface="Raleway"/>
              <a:buChar char="▫"/>
            </a:pPr>
            <a:r>
              <a:rPr lang="en" sz="1100">
                <a:solidFill>
                  <a:srgbClr val="000000"/>
                </a:solidFill>
                <a:latin typeface="Barlow"/>
                <a:ea typeface="Barlow"/>
                <a:cs typeface="Barlow"/>
                <a:sym typeface="Barlow"/>
              </a:rPr>
              <a:t>Concludes that warmer climates tend to cause inhabitants to have a more relaxed attitude toward work and progress. This led some ppl to believe that Europeans and those from more temperate climates were more motivated, intelligent and culturally advanced than those of warmer climates. </a:t>
            </a:r>
            <a:endParaRPr sz="1100"/>
          </a:p>
        </p:txBody>
      </p:sp>
      <p:pic>
        <p:nvPicPr>
          <p:cNvPr id="594" name="Google Shape;594;p29"/>
          <p:cNvPicPr preferRelativeResize="0"/>
          <p:nvPr/>
        </p:nvPicPr>
        <p:blipFill>
          <a:blip r:embed="rId3">
            <a:alphaModFix/>
          </a:blip>
          <a:stretch>
            <a:fillRect/>
          </a:stretch>
        </p:blipFill>
        <p:spPr>
          <a:xfrm>
            <a:off x="4880175" y="1429750"/>
            <a:ext cx="4083075" cy="2950699"/>
          </a:xfrm>
          <a:prstGeom prst="rect">
            <a:avLst/>
          </a:prstGeom>
          <a:noFill/>
          <a:ln>
            <a:noFill/>
          </a:ln>
        </p:spPr>
      </p:pic>
      <p:pic>
        <p:nvPicPr>
          <p:cNvPr id="595" name="Google Shape;595;p29"/>
          <p:cNvPicPr preferRelativeResize="0"/>
          <p:nvPr/>
        </p:nvPicPr>
        <p:blipFill>
          <a:blip r:embed="rId4">
            <a:alphaModFix/>
          </a:blip>
          <a:stretch>
            <a:fillRect/>
          </a:stretch>
        </p:blipFill>
        <p:spPr>
          <a:xfrm>
            <a:off x="494125" y="3529175"/>
            <a:ext cx="1146320" cy="1547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p30"/>
          <p:cNvPicPr preferRelativeResize="0"/>
          <p:nvPr/>
        </p:nvPicPr>
        <p:blipFill>
          <a:blip r:embed="rId3">
            <a:alphaModFix/>
          </a:blip>
          <a:stretch>
            <a:fillRect/>
          </a:stretch>
        </p:blipFill>
        <p:spPr>
          <a:xfrm>
            <a:off x="1127925" y="243625"/>
            <a:ext cx="7433450" cy="3916150"/>
          </a:xfrm>
          <a:prstGeom prst="rect">
            <a:avLst/>
          </a:prstGeom>
          <a:noFill/>
          <a:ln>
            <a:noFill/>
          </a:ln>
        </p:spPr>
      </p:pic>
      <p:sp>
        <p:nvSpPr>
          <p:cNvPr id="601" name="Google Shape;601;p30"/>
          <p:cNvSpPr txBox="1"/>
          <p:nvPr/>
        </p:nvSpPr>
        <p:spPr>
          <a:xfrm>
            <a:off x="1089225" y="4265350"/>
            <a:ext cx="7329900" cy="70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Barlow Light"/>
                <a:ea typeface="Barlow Light"/>
                <a:cs typeface="Barlow Light"/>
                <a:sym typeface="Barlow Light"/>
              </a:rPr>
              <a:t>The environment (climate/precipitation) DETERMINES or controls what can happen in these areas! What do you know about what happens in these areas? Farming? Clothing? Etc?</a:t>
            </a:r>
            <a:endParaRPr>
              <a:latin typeface="Barlow Light"/>
              <a:ea typeface="Barlow Light"/>
              <a:cs typeface="Barlow Light"/>
              <a:sym typeface="Barlow Light"/>
            </a:endParaRPr>
          </a:p>
        </p:txBody>
      </p:sp>
      <p:sp>
        <p:nvSpPr>
          <p:cNvPr id="602" name="Google Shape;602;p30">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31"/>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Possibilism</a:t>
            </a:r>
            <a:r>
              <a:rPr lang="en"/>
              <a:t> </a:t>
            </a:r>
            <a:endParaRPr/>
          </a:p>
        </p:txBody>
      </p:sp>
      <p:sp>
        <p:nvSpPr>
          <p:cNvPr id="608" name="Google Shape;608;p31"/>
          <p:cNvSpPr txBox="1"/>
          <p:nvPr>
            <p:ph idx="1" type="body"/>
          </p:nvPr>
        </p:nvSpPr>
        <p:spPr>
          <a:xfrm>
            <a:off x="707775" y="1479000"/>
            <a:ext cx="4842600" cy="2185500"/>
          </a:xfrm>
          <a:prstGeom prst="rect">
            <a:avLst/>
          </a:prstGeom>
        </p:spPr>
        <p:txBody>
          <a:bodyPr anchorCtr="0" anchor="t" bIns="0" lIns="0" spcFirstLastPara="1" rIns="0" wrap="square" tIns="0">
            <a:noAutofit/>
          </a:bodyPr>
          <a:lstStyle/>
          <a:p>
            <a:pPr indent="-355600" lvl="0" marL="457200" rtl="0" algn="l">
              <a:spcBef>
                <a:spcPts val="600"/>
              </a:spcBef>
              <a:spcAft>
                <a:spcPts val="0"/>
              </a:spcAft>
              <a:buSzPts val="2000"/>
              <a:buChar char="▪"/>
            </a:pPr>
            <a:r>
              <a:rPr lang="en" sz="2000"/>
              <a:t>More modern interpretation.</a:t>
            </a:r>
            <a:br>
              <a:rPr lang="en" sz="2000"/>
            </a:br>
            <a:r>
              <a:rPr lang="en" sz="2000"/>
              <a:t> </a:t>
            </a:r>
            <a:endParaRPr sz="2000"/>
          </a:p>
          <a:p>
            <a:pPr indent="-355600" lvl="0" marL="457200" rtl="0" algn="l">
              <a:spcBef>
                <a:spcPts val="0"/>
              </a:spcBef>
              <a:spcAft>
                <a:spcPts val="0"/>
              </a:spcAft>
              <a:buSzPts val="2000"/>
              <a:buChar char="▪"/>
            </a:pPr>
            <a:r>
              <a:rPr lang="en" sz="2000"/>
              <a:t>Acknowledges the limitations imposed by the natural environment, but focuses on the </a:t>
            </a:r>
            <a:r>
              <a:rPr lang="en" sz="2000" u="sng"/>
              <a:t>role of human culture to modify </a:t>
            </a:r>
            <a:r>
              <a:rPr lang="en" sz="2000"/>
              <a:t>and respond to the </a:t>
            </a:r>
            <a:r>
              <a:rPr lang="en" sz="2000"/>
              <a:t>environment to better fit human needs. </a:t>
            </a:r>
            <a:endParaRPr sz="2000"/>
          </a:p>
          <a:p>
            <a:pPr indent="0" lvl="0" marL="0" rtl="0" algn="l">
              <a:spcBef>
                <a:spcPts val="600"/>
              </a:spcBef>
              <a:spcAft>
                <a:spcPts val="0"/>
              </a:spcAft>
              <a:buNone/>
            </a:pPr>
            <a:r>
              <a:t/>
            </a:r>
            <a:endParaRPr sz="1000"/>
          </a:p>
        </p:txBody>
      </p:sp>
      <p:pic>
        <p:nvPicPr>
          <p:cNvPr descr="giphy.gif" id="609" name="Google Shape;609;p31"/>
          <p:cNvPicPr preferRelativeResize="0"/>
          <p:nvPr/>
        </p:nvPicPr>
        <p:blipFill rotWithShape="1">
          <a:blip r:embed="rId3">
            <a:alphaModFix/>
          </a:blip>
          <a:srcRect b="0" l="11125" r="4785" t="0"/>
          <a:stretch/>
        </p:blipFill>
        <p:spPr>
          <a:xfrm>
            <a:off x="5717525" y="1792450"/>
            <a:ext cx="3249250" cy="218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32"/>
          <p:cNvPicPr preferRelativeResize="0"/>
          <p:nvPr/>
        </p:nvPicPr>
        <p:blipFill>
          <a:blip r:embed="rId3">
            <a:alphaModFix/>
          </a:blip>
          <a:stretch>
            <a:fillRect/>
          </a:stretch>
        </p:blipFill>
        <p:spPr>
          <a:xfrm>
            <a:off x="1129000" y="117175"/>
            <a:ext cx="7351376" cy="4224750"/>
          </a:xfrm>
          <a:prstGeom prst="rect">
            <a:avLst/>
          </a:prstGeom>
          <a:noFill/>
          <a:ln>
            <a:noFill/>
          </a:ln>
        </p:spPr>
      </p:pic>
      <p:sp>
        <p:nvSpPr>
          <p:cNvPr id="615" name="Google Shape;615;p32"/>
          <p:cNvSpPr txBox="1"/>
          <p:nvPr/>
        </p:nvSpPr>
        <p:spPr>
          <a:xfrm>
            <a:off x="1175150" y="4430975"/>
            <a:ext cx="72144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arlow Light"/>
                <a:ea typeface="Barlow Light"/>
                <a:cs typeface="Barlow Light"/>
                <a:sym typeface="Barlow Light"/>
              </a:rPr>
              <a:t>The Palm Islands were completed in only four years, with each island using over 53 million pounds of sand and 12 million pounds of rock to be created. Located in Dubai, UAE. How does this demonstrate </a:t>
            </a:r>
            <a:r>
              <a:rPr lang="en">
                <a:latin typeface="Barlow Light"/>
                <a:ea typeface="Barlow Light"/>
                <a:cs typeface="Barlow Light"/>
                <a:sym typeface="Barlow Light"/>
              </a:rPr>
              <a:t>possibilism</a:t>
            </a:r>
            <a:r>
              <a:rPr lang="en">
                <a:latin typeface="Barlow Light"/>
                <a:ea typeface="Barlow Light"/>
                <a:cs typeface="Barlow Light"/>
                <a:sym typeface="Barlow Light"/>
              </a:rPr>
              <a:t>?</a:t>
            </a:r>
            <a:endParaRPr>
              <a:latin typeface="Barlow Light"/>
              <a:ea typeface="Barlow Light"/>
              <a:cs typeface="Barlow Light"/>
              <a:sym typeface="Barlow Light"/>
            </a:endParaRPr>
          </a:p>
        </p:txBody>
      </p:sp>
      <p:sp>
        <p:nvSpPr>
          <p:cNvPr id="616" name="Google Shape;616;p32">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3"/>
          <p:cNvSpPr txBox="1"/>
          <p:nvPr/>
        </p:nvSpPr>
        <p:spPr>
          <a:xfrm>
            <a:off x="1175150" y="4311975"/>
            <a:ext cx="72144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arlow Light"/>
                <a:ea typeface="Barlow Light"/>
                <a:cs typeface="Barlow Light"/>
                <a:sym typeface="Barlow Light"/>
              </a:rPr>
              <a:t>The Hoover Dam, which finished construction in 1936, is utilized to supply power and water to the nearby town of Las Vegas, Nevada which is located in the middle of a desert. How does this demonstrate possibilism?</a:t>
            </a:r>
            <a:endParaRPr>
              <a:latin typeface="Barlow Light"/>
              <a:ea typeface="Barlow Light"/>
              <a:cs typeface="Barlow Light"/>
              <a:sym typeface="Barlow Light"/>
            </a:endParaRPr>
          </a:p>
        </p:txBody>
      </p:sp>
      <p:pic>
        <p:nvPicPr>
          <p:cNvPr id="622" name="Google Shape;622;p33"/>
          <p:cNvPicPr preferRelativeResize="0"/>
          <p:nvPr/>
        </p:nvPicPr>
        <p:blipFill>
          <a:blip r:embed="rId3">
            <a:alphaModFix/>
          </a:blip>
          <a:stretch>
            <a:fillRect/>
          </a:stretch>
        </p:blipFill>
        <p:spPr>
          <a:xfrm>
            <a:off x="1567988" y="185800"/>
            <a:ext cx="6186170" cy="4126175"/>
          </a:xfrm>
          <a:prstGeom prst="rect">
            <a:avLst/>
          </a:prstGeom>
          <a:noFill/>
          <a:ln>
            <a:noFill/>
          </a:ln>
        </p:spPr>
      </p:pic>
      <p:sp>
        <p:nvSpPr>
          <p:cNvPr id="623" name="Google Shape;623;p33">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34"/>
          <p:cNvSpPr txBox="1"/>
          <p:nvPr/>
        </p:nvSpPr>
        <p:spPr>
          <a:xfrm>
            <a:off x="774375" y="4263975"/>
            <a:ext cx="7615200" cy="7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arlow Light"/>
                <a:ea typeface="Barlow Light"/>
                <a:cs typeface="Barlow Light"/>
                <a:sym typeface="Barlow Light"/>
              </a:rPr>
              <a:t>Invented by the Inca people who lived in the South American mountains. This farming method has made cultivation of crops in hilly or mountainous regions possible. It is commonly used in Asia by rice-growing countries such as Vietnam, Philippines, and Indonesia.How does this demonstrate </a:t>
            </a:r>
            <a:r>
              <a:rPr lang="en">
                <a:latin typeface="Barlow Light"/>
                <a:ea typeface="Barlow Light"/>
                <a:cs typeface="Barlow Light"/>
                <a:sym typeface="Barlow Light"/>
              </a:rPr>
              <a:t>Possibilism</a:t>
            </a:r>
            <a:r>
              <a:rPr lang="en">
                <a:latin typeface="Barlow Light"/>
                <a:ea typeface="Barlow Light"/>
                <a:cs typeface="Barlow Light"/>
                <a:sym typeface="Barlow Light"/>
              </a:rPr>
              <a:t>?</a:t>
            </a:r>
            <a:endParaRPr>
              <a:latin typeface="Barlow Light"/>
              <a:ea typeface="Barlow Light"/>
              <a:cs typeface="Barlow Light"/>
              <a:sym typeface="Barlow Light"/>
            </a:endParaRPr>
          </a:p>
        </p:txBody>
      </p:sp>
      <p:pic>
        <p:nvPicPr>
          <p:cNvPr id="629" name="Google Shape;629;p34"/>
          <p:cNvPicPr preferRelativeResize="0"/>
          <p:nvPr/>
        </p:nvPicPr>
        <p:blipFill>
          <a:blip r:embed="rId3">
            <a:alphaModFix/>
          </a:blip>
          <a:stretch>
            <a:fillRect/>
          </a:stretch>
        </p:blipFill>
        <p:spPr>
          <a:xfrm>
            <a:off x="1805788" y="163525"/>
            <a:ext cx="5953125" cy="3962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5"/>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635" name="Google Shape;635;p35"/>
          <p:cNvSpPr txBox="1"/>
          <p:nvPr>
            <p:ph idx="1" type="body"/>
          </p:nvPr>
        </p:nvSpPr>
        <p:spPr>
          <a:xfrm>
            <a:off x="711650" y="1390125"/>
            <a:ext cx="70488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1.5 Explain how major geographic concepts illustrate spatial relationships.</a:t>
            </a:r>
            <a:r>
              <a:rPr lang="en" sz="1100">
                <a:solidFill>
                  <a:srgbClr val="000000"/>
                </a:solidFill>
                <a:latin typeface="Century Gothic"/>
                <a:ea typeface="Century Gothic"/>
                <a:cs typeface="Century Gothic"/>
                <a:sym typeface="Century Gothic"/>
              </a:rPr>
              <a:t>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636" name="Google Shape;636;p3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37" name="Google Shape;637;p35"/>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6"/>
          <p:cNvSpPr txBox="1"/>
          <p:nvPr>
            <p:ph type="ctrTitle"/>
          </p:nvPr>
        </p:nvSpPr>
        <p:spPr>
          <a:xfrm>
            <a:off x="685800" y="1541675"/>
            <a:ext cx="61653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1.6 </a:t>
            </a:r>
            <a:endParaRPr/>
          </a:p>
          <a:p>
            <a:pPr indent="0" lvl="0" marL="0" rtl="0" algn="l">
              <a:spcBef>
                <a:spcPts val="0"/>
              </a:spcBef>
              <a:spcAft>
                <a:spcPts val="0"/>
              </a:spcAft>
              <a:buNone/>
            </a:pPr>
            <a:r>
              <a:rPr lang="en"/>
              <a:t>Scales of Analysis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648" name="Google Shape;648;p37"/>
          <p:cNvSpPr txBox="1"/>
          <p:nvPr>
            <p:ph idx="1" type="body"/>
          </p:nvPr>
        </p:nvSpPr>
        <p:spPr>
          <a:xfrm>
            <a:off x="711650" y="1390125"/>
            <a:ext cx="70893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solidFill>
                  <a:srgbClr val="000000"/>
                </a:solidFill>
              </a:rPr>
              <a:t>1.6 Define scales of analysis used by geographers.</a:t>
            </a:r>
            <a:endParaRPr sz="2200">
              <a:solidFill>
                <a:srgbClr val="000000"/>
              </a:solidFill>
            </a:endParaRPr>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1.6.1 Scales of analysis include global, regional, national, and local.</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rPr lang="en" sz="2200">
                <a:solidFill>
                  <a:srgbClr val="000000"/>
                </a:solidFill>
              </a:rPr>
              <a:t>1.6 Explain what scales of analysis reveal.</a:t>
            </a:r>
            <a:endParaRPr sz="2200">
              <a:solidFill>
                <a:srgbClr val="000000"/>
              </a:solidFill>
            </a:endParaRPr>
          </a:p>
          <a:p>
            <a:pPr indent="-298450" lvl="0" marL="914400" rtl="0" algn="l">
              <a:lnSpc>
                <a:spcPct val="100000"/>
              </a:lnSpc>
              <a:spcBef>
                <a:spcPts val="1000"/>
              </a:spcBef>
              <a:spcAft>
                <a:spcPts val="0"/>
              </a:spcAft>
              <a:buClr>
                <a:srgbClr val="FF9900"/>
              </a:buClr>
              <a:buSzPts val="1100"/>
              <a:buChar char="●"/>
            </a:pPr>
            <a:r>
              <a:rPr lang="en" sz="1100">
                <a:solidFill>
                  <a:srgbClr val="000000"/>
                </a:solidFill>
                <a:latin typeface="Century Gothic"/>
                <a:ea typeface="Century Gothic"/>
                <a:cs typeface="Century Gothic"/>
                <a:sym typeface="Century Gothic"/>
              </a:rPr>
              <a:t>1.6.2 Patterns and processes at different scales reveal variations in, and different interpretations of data. </a:t>
            </a:r>
            <a:endParaRPr sz="2200">
              <a:solidFill>
                <a:srgbClr val="000000"/>
              </a:solidFill>
            </a:endParaRPr>
          </a:p>
          <a:p>
            <a:pPr indent="0" lvl="0" marL="0" rtl="0" algn="l">
              <a:lnSpc>
                <a:spcPct val="100000"/>
              </a:lnSpc>
              <a:spcBef>
                <a:spcPts val="0"/>
              </a:spcBef>
              <a:spcAft>
                <a:spcPts val="0"/>
              </a:spcAft>
              <a:buNone/>
            </a:pPr>
            <a:r>
              <a:rPr lang="en" sz="1100">
                <a:solidFill>
                  <a:srgbClr val="000000"/>
                </a:solidFill>
                <a:latin typeface="Century Gothic"/>
                <a:ea typeface="Century Gothic"/>
                <a:cs typeface="Century Gothic"/>
                <a:sym typeface="Century Gothic"/>
              </a:rPr>
              <a:t>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649" name="Google Shape;649;p3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50" name="Google Shape;650;p37"/>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8"/>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a:solidFill>
                  <a:srgbClr val="FFFFFF"/>
                </a:solidFill>
                <a:latin typeface="Barlow"/>
                <a:ea typeface="Barlow"/>
                <a:cs typeface="Barlow"/>
                <a:sym typeface="Barlow"/>
              </a:rPr>
              <a:t>Scales of Analysis</a:t>
            </a:r>
            <a:endParaRPr b="1">
              <a:solidFill>
                <a:srgbClr val="FFFFFF"/>
              </a:solidFill>
              <a:latin typeface="Barlow"/>
              <a:ea typeface="Barlow"/>
              <a:cs typeface="Barlow"/>
              <a:sym typeface="Barlow"/>
            </a:endParaRPr>
          </a:p>
        </p:txBody>
      </p:sp>
      <p:sp>
        <p:nvSpPr>
          <p:cNvPr id="656" name="Google Shape;656;p3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57" name="Google Shape;657;p38"/>
          <p:cNvSpPr txBox="1"/>
          <p:nvPr/>
        </p:nvSpPr>
        <p:spPr>
          <a:xfrm>
            <a:off x="802425" y="1452425"/>
            <a:ext cx="3370800" cy="77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latin typeface="Barlow Light"/>
                <a:ea typeface="Barlow Light"/>
                <a:cs typeface="Barlow Light"/>
                <a:sym typeface="Barlow Light"/>
              </a:rPr>
              <a:t>Zooming In &amp; Zooming Out</a:t>
            </a:r>
            <a:endParaRPr sz="2000">
              <a:latin typeface="Barlow Light"/>
              <a:ea typeface="Barlow Light"/>
              <a:cs typeface="Barlow Light"/>
              <a:sym typeface="Barlow Light"/>
            </a:endParaRPr>
          </a:p>
          <a:p>
            <a:pPr indent="0" lvl="0" marL="0" rtl="0" algn="ctr">
              <a:spcBef>
                <a:spcPts val="0"/>
              </a:spcBef>
              <a:spcAft>
                <a:spcPts val="0"/>
              </a:spcAft>
              <a:buNone/>
            </a:pPr>
            <a:r>
              <a:rPr lang="en" sz="2000">
                <a:latin typeface="Barlow Light"/>
                <a:ea typeface="Barlow Light"/>
                <a:cs typeface="Barlow Light"/>
                <a:sym typeface="Barlow Light"/>
              </a:rPr>
              <a:t>to tell a story.  </a:t>
            </a:r>
            <a:endParaRPr sz="2000">
              <a:latin typeface="Barlow Light"/>
              <a:ea typeface="Barlow Light"/>
              <a:cs typeface="Barlow Light"/>
              <a:sym typeface="Barlow Light"/>
            </a:endParaRPr>
          </a:p>
        </p:txBody>
      </p:sp>
      <p:pic>
        <p:nvPicPr>
          <p:cNvPr id="658" name="Google Shape;658;p38"/>
          <p:cNvPicPr preferRelativeResize="0"/>
          <p:nvPr/>
        </p:nvPicPr>
        <p:blipFill>
          <a:blip r:embed="rId3">
            <a:alphaModFix/>
          </a:blip>
          <a:stretch>
            <a:fillRect/>
          </a:stretch>
        </p:blipFill>
        <p:spPr>
          <a:xfrm>
            <a:off x="5176550" y="1370100"/>
            <a:ext cx="2908070" cy="3037325"/>
          </a:xfrm>
          <a:prstGeom prst="rect">
            <a:avLst/>
          </a:prstGeom>
          <a:noFill/>
          <a:ln>
            <a:noFill/>
          </a:ln>
        </p:spPr>
      </p:pic>
      <p:sp>
        <p:nvSpPr>
          <p:cNvPr id="659" name="Google Shape;659;p38"/>
          <p:cNvSpPr/>
          <p:nvPr/>
        </p:nvSpPr>
        <p:spPr>
          <a:xfrm>
            <a:off x="4209750" y="1423775"/>
            <a:ext cx="724500" cy="3578100"/>
          </a:xfrm>
          <a:prstGeom prst="downArrow">
            <a:avLst>
              <a:gd fmla="val 50000" name="adj1"/>
              <a:gd fmla="val 50000" name="adj2"/>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38"/>
          <p:cNvPicPr preferRelativeResize="0"/>
          <p:nvPr/>
        </p:nvPicPr>
        <p:blipFill rotWithShape="1">
          <a:blip r:embed="rId4">
            <a:alphaModFix/>
          </a:blip>
          <a:srcRect b="9465" l="0" r="0" t="9425"/>
          <a:stretch/>
        </p:blipFill>
        <p:spPr>
          <a:xfrm>
            <a:off x="1151925" y="2361750"/>
            <a:ext cx="2671800" cy="2226600"/>
          </a:xfrm>
          <a:prstGeom prst="ellipse">
            <a:avLst/>
          </a:prstGeom>
          <a:noFill/>
          <a:ln>
            <a:noFill/>
          </a:ln>
        </p:spPr>
      </p:pic>
      <p:sp>
        <p:nvSpPr>
          <p:cNvPr id="661" name="Google Shape;661;p38"/>
          <p:cNvSpPr/>
          <p:nvPr/>
        </p:nvSpPr>
        <p:spPr>
          <a:xfrm>
            <a:off x="5239350" y="4407425"/>
            <a:ext cx="2802600" cy="383100"/>
          </a:xfrm>
          <a:prstGeom prst="roundRect">
            <a:avLst>
              <a:gd fmla="val 16667" name="adj"/>
            </a:avLst>
          </a:prstGeom>
          <a:solidFill>
            <a:schemeClr val="accent6"/>
          </a:solidFill>
          <a:ln cap="flat" cmpd="sng" w="19050">
            <a:solidFill>
              <a:srgbClr val="FFFFF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FFFFFF"/>
                </a:solidFill>
                <a:latin typeface="Satisfy"/>
                <a:ea typeface="Satisfy"/>
                <a:cs typeface="Satisfy"/>
                <a:sym typeface="Satisfy"/>
              </a:rPr>
              <a:t>Census Tract</a:t>
            </a:r>
            <a:endParaRPr sz="2200">
              <a:solidFill>
                <a:srgbClr val="FFFFFF"/>
              </a:solidFill>
              <a:latin typeface="Satisfy"/>
              <a:ea typeface="Satisfy"/>
              <a:cs typeface="Satisfy"/>
              <a:sym typeface="Satisf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9"/>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a:solidFill>
                  <a:srgbClr val="FFFFFF"/>
                </a:solidFill>
                <a:latin typeface="Barlow"/>
                <a:ea typeface="Barlow"/>
                <a:cs typeface="Barlow"/>
                <a:sym typeface="Barlow"/>
              </a:rPr>
              <a:t>Scales of Analysis</a:t>
            </a:r>
            <a:endParaRPr b="1">
              <a:solidFill>
                <a:srgbClr val="FFFFFF"/>
              </a:solidFill>
              <a:latin typeface="Barlow"/>
              <a:ea typeface="Barlow"/>
              <a:cs typeface="Barlow"/>
              <a:sym typeface="Barlow"/>
            </a:endParaRPr>
          </a:p>
        </p:txBody>
      </p:sp>
      <p:sp>
        <p:nvSpPr>
          <p:cNvPr id="667" name="Google Shape;667;p3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68" name="Google Shape;668;p39"/>
          <p:cNvSpPr txBox="1"/>
          <p:nvPr/>
        </p:nvSpPr>
        <p:spPr>
          <a:xfrm>
            <a:off x="703925" y="1452425"/>
            <a:ext cx="4280400" cy="77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u="sng">
                <a:latin typeface="Barlow Light"/>
                <a:ea typeface="Barlow Light"/>
                <a:cs typeface="Barlow Light"/>
                <a:sym typeface="Barlow Light"/>
              </a:rPr>
              <a:t>Small scale maps</a:t>
            </a:r>
            <a:r>
              <a:rPr lang="en" sz="2000">
                <a:latin typeface="Barlow Light"/>
                <a:ea typeface="Barlow Light"/>
                <a:cs typeface="Barlow Light"/>
                <a:sym typeface="Barlow Light"/>
              </a:rPr>
              <a:t>: show LARGE area with SMALL amounts of data. Zoomed OUT. BIG # on map. </a:t>
            </a:r>
            <a:endParaRPr sz="2000">
              <a:latin typeface="Barlow Light"/>
              <a:ea typeface="Barlow Light"/>
              <a:cs typeface="Barlow Light"/>
              <a:sym typeface="Barlow Light"/>
            </a:endParaRPr>
          </a:p>
        </p:txBody>
      </p:sp>
      <p:sp>
        <p:nvSpPr>
          <p:cNvPr id="669" name="Google Shape;669;p39"/>
          <p:cNvSpPr/>
          <p:nvPr/>
        </p:nvSpPr>
        <p:spPr>
          <a:xfrm>
            <a:off x="2456375" y="2571750"/>
            <a:ext cx="724500" cy="1468500"/>
          </a:xfrm>
          <a:prstGeom prst="downArrow">
            <a:avLst>
              <a:gd fmla="val 50000" name="adj1"/>
              <a:gd fmla="val 50000" name="adj2"/>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9"/>
          <p:cNvSpPr txBox="1"/>
          <p:nvPr/>
        </p:nvSpPr>
        <p:spPr>
          <a:xfrm>
            <a:off x="703925" y="4001800"/>
            <a:ext cx="4229400" cy="77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u="sng">
                <a:latin typeface="Barlow Light"/>
                <a:ea typeface="Barlow Light"/>
                <a:cs typeface="Barlow Light"/>
                <a:sym typeface="Barlow Light"/>
              </a:rPr>
              <a:t>Large scale maps</a:t>
            </a:r>
            <a:r>
              <a:rPr lang="en" sz="2000">
                <a:latin typeface="Barlow Light"/>
                <a:ea typeface="Barlow Light"/>
                <a:cs typeface="Barlow Light"/>
                <a:sym typeface="Barlow Light"/>
              </a:rPr>
              <a:t>: show SMALL area with LARGE amounts of data. Zoomed IN. Small # on map. </a:t>
            </a:r>
            <a:endParaRPr sz="2000">
              <a:latin typeface="Barlow Light"/>
              <a:ea typeface="Barlow Light"/>
              <a:cs typeface="Barlow Light"/>
              <a:sym typeface="Barlow Light"/>
            </a:endParaRPr>
          </a:p>
        </p:txBody>
      </p:sp>
      <p:pic>
        <p:nvPicPr>
          <p:cNvPr id="671" name="Google Shape;671;p39"/>
          <p:cNvPicPr preferRelativeResize="0"/>
          <p:nvPr/>
        </p:nvPicPr>
        <p:blipFill rotWithShape="1">
          <a:blip r:embed="rId3">
            <a:alphaModFix/>
          </a:blip>
          <a:srcRect b="6174" l="0" r="0" t="0"/>
          <a:stretch/>
        </p:blipFill>
        <p:spPr>
          <a:xfrm>
            <a:off x="5060525" y="1452425"/>
            <a:ext cx="3367525" cy="3427659"/>
          </a:xfrm>
          <a:prstGeom prst="rect">
            <a:avLst/>
          </a:prstGeom>
          <a:noFill/>
          <a:ln>
            <a:noFill/>
          </a:ln>
        </p:spPr>
      </p:pic>
      <p:sp>
        <p:nvSpPr>
          <p:cNvPr id="672" name="Google Shape;672;p39"/>
          <p:cNvSpPr/>
          <p:nvPr/>
        </p:nvSpPr>
        <p:spPr>
          <a:xfrm>
            <a:off x="7208625" y="1854550"/>
            <a:ext cx="789000" cy="563400"/>
          </a:xfrm>
          <a:prstGeom prst="ellipse">
            <a:avLst/>
          </a:prstGeom>
          <a:noFill/>
          <a:ln cap="flat" cmpd="sng" w="19050">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9"/>
          <p:cNvSpPr/>
          <p:nvPr/>
        </p:nvSpPr>
        <p:spPr>
          <a:xfrm>
            <a:off x="7208625" y="4107550"/>
            <a:ext cx="789000" cy="563400"/>
          </a:xfrm>
          <a:prstGeom prst="ellipse">
            <a:avLst/>
          </a:prstGeom>
          <a:noFill/>
          <a:ln cap="flat" cmpd="sng" w="19050">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40"/>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79" name="Google Shape;679;p40"/>
          <p:cNvSpPr txBox="1"/>
          <p:nvPr/>
        </p:nvSpPr>
        <p:spPr>
          <a:xfrm>
            <a:off x="937700" y="116650"/>
            <a:ext cx="77019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Barlow Light"/>
                <a:ea typeface="Barlow Light"/>
                <a:cs typeface="Barlow Light"/>
                <a:sym typeface="Barlow Light"/>
              </a:rPr>
              <a:t>Global Scale Map - National Level of Analysis </a:t>
            </a:r>
            <a:endParaRPr sz="3000">
              <a:latin typeface="Barlow Light"/>
              <a:ea typeface="Barlow Light"/>
              <a:cs typeface="Barlow Light"/>
              <a:sym typeface="Barlow Light"/>
            </a:endParaRPr>
          </a:p>
        </p:txBody>
      </p:sp>
      <p:sp>
        <p:nvSpPr>
          <p:cNvPr id="680" name="Google Shape;680;p40"/>
          <p:cNvSpPr txBox="1"/>
          <p:nvPr/>
        </p:nvSpPr>
        <p:spPr>
          <a:xfrm>
            <a:off x="802500" y="1998325"/>
            <a:ext cx="2437200" cy="29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latin typeface="Barlow Light"/>
              <a:ea typeface="Barlow Light"/>
              <a:cs typeface="Barlow Light"/>
              <a:sym typeface="Barlow Light"/>
            </a:endParaRPr>
          </a:p>
        </p:txBody>
      </p:sp>
      <p:pic>
        <p:nvPicPr>
          <p:cNvPr id="681" name="Google Shape;681;p40"/>
          <p:cNvPicPr preferRelativeResize="0"/>
          <p:nvPr/>
        </p:nvPicPr>
        <p:blipFill>
          <a:blip r:embed="rId3">
            <a:alphaModFix/>
          </a:blip>
          <a:stretch>
            <a:fillRect/>
          </a:stretch>
        </p:blipFill>
        <p:spPr>
          <a:xfrm>
            <a:off x="1491763" y="634525"/>
            <a:ext cx="6467875" cy="4017900"/>
          </a:xfrm>
          <a:prstGeom prst="rect">
            <a:avLst/>
          </a:prstGeom>
          <a:noFill/>
          <a:ln>
            <a:noFill/>
          </a:ln>
        </p:spPr>
      </p:pic>
      <p:sp>
        <p:nvSpPr>
          <p:cNvPr id="682" name="Google Shape;682;p40"/>
          <p:cNvSpPr txBox="1"/>
          <p:nvPr/>
        </p:nvSpPr>
        <p:spPr>
          <a:xfrm>
            <a:off x="802500" y="4583700"/>
            <a:ext cx="77019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latin typeface="Barlow Light"/>
                <a:ea typeface="Barlow Light"/>
                <a:cs typeface="Barlow Light"/>
                <a:sym typeface="Barlow Light"/>
              </a:rPr>
              <a:t>Comparing &amp; contrasting countries of the world. </a:t>
            </a:r>
            <a:endParaRPr sz="2300">
              <a:latin typeface="Barlow Light"/>
              <a:ea typeface="Barlow Light"/>
              <a:cs typeface="Barlow Light"/>
              <a:sym typeface="Barlow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1"/>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88" name="Google Shape;688;p41"/>
          <p:cNvSpPr txBox="1"/>
          <p:nvPr/>
        </p:nvSpPr>
        <p:spPr>
          <a:xfrm>
            <a:off x="807275" y="102600"/>
            <a:ext cx="81843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Barlow Light"/>
                <a:ea typeface="Barlow Light"/>
                <a:cs typeface="Barlow Light"/>
                <a:sym typeface="Barlow Light"/>
              </a:rPr>
              <a:t>National Scale Map - Substate Level of Analysis</a:t>
            </a:r>
            <a:endParaRPr sz="3000">
              <a:latin typeface="Barlow Light"/>
              <a:ea typeface="Barlow Light"/>
              <a:cs typeface="Barlow Light"/>
              <a:sym typeface="Barlow Light"/>
            </a:endParaRPr>
          </a:p>
        </p:txBody>
      </p:sp>
      <p:sp>
        <p:nvSpPr>
          <p:cNvPr id="689" name="Google Shape;689;p41"/>
          <p:cNvSpPr txBox="1"/>
          <p:nvPr/>
        </p:nvSpPr>
        <p:spPr>
          <a:xfrm>
            <a:off x="802500" y="1998325"/>
            <a:ext cx="2437200" cy="29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latin typeface="Barlow Light"/>
              <a:ea typeface="Barlow Light"/>
              <a:cs typeface="Barlow Light"/>
              <a:sym typeface="Barlow Light"/>
            </a:endParaRPr>
          </a:p>
        </p:txBody>
      </p:sp>
      <p:pic>
        <p:nvPicPr>
          <p:cNvPr id="690" name="Google Shape;690;p41"/>
          <p:cNvPicPr preferRelativeResize="0"/>
          <p:nvPr/>
        </p:nvPicPr>
        <p:blipFill>
          <a:blip r:embed="rId3">
            <a:alphaModFix/>
          </a:blip>
          <a:stretch>
            <a:fillRect/>
          </a:stretch>
        </p:blipFill>
        <p:spPr>
          <a:xfrm>
            <a:off x="1895650" y="618450"/>
            <a:ext cx="5905225" cy="4439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p42"/>
          <p:cNvPicPr preferRelativeResize="0"/>
          <p:nvPr/>
        </p:nvPicPr>
        <p:blipFill>
          <a:blip r:embed="rId3">
            <a:alphaModFix/>
          </a:blip>
          <a:stretch>
            <a:fillRect/>
          </a:stretch>
        </p:blipFill>
        <p:spPr>
          <a:xfrm>
            <a:off x="1179013" y="1495800"/>
            <a:ext cx="3924900" cy="2438175"/>
          </a:xfrm>
          <a:prstGeom prst="rect">
            <a:avLst/>
          </a:prstGeom>
          <a:noFill/>
          <a:ln>
            <a:noFill/>
          </a:ln>
        </p:spPr>
      </p:pic>
      <p:pic>
        <p:nvPicPr>
          <p:cNvPr id="696" name="Google Shape;696;p42"/>
          <p:cNvPicPr preferRelativeResize="0"/>
          <p:nvPr/>
        </p:nvPicPr>
        <p:blipFill>
          <a:blip r:embed="rId4">
            <a:alphaModFix/>
          </a:blip>
          <a:stretch>
            <a:fillRect/>
          </a:stretch>
        </p:blipFill>
        <p:spPr>
          <a:xfrm>
            <a:off x="5283038" y="1495800"/>
            <a:ext cx="3243404" cy="2438175"/>
          </a:xfrm>
          <a:prstGeom prst="rect">
            <a:avLst/>
          </a:prstGeom>
          <a:noFill/>
          <a:ln>
            <a:noFill/>
          </a:ln>
        </p:spPr>
      </p:pic>
      <p:sp>
        <p:nvSpPr>
          <p:cNvPr id="697" name="Google Shape;697;p42"/>
          <p:cNvSpPr txBox="1"/>
          <p:nvPr/>
        </p:nvSpPr>
        <p:spPr>
          <a:xfrm>
            <a:off x="1001775" y="71850"/>
            <a:ext cx="77019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latin typeface="Barlow Light"/>
                <a:ea typeface="Barlow Light"/>
                <a:cs typeface="Barlow Light"/>
                <a:sym typeface="Barlow Light"/>
              </a:rPr>
              <a:t>Different scales reveal variations in spatial patterns. </a:t>
            </a:r>
            <a:endParaRPr sz="2700">
              <a:latin typeface="Barlow Light"/>
              <a:ea typeface="Barlow Light"/>
              <a:cs typeface="Barlow Light"/>
              <a:sym typeface="Barlow Light"/>
            </a:endParaRPr>
          </a:p>
        </p:txBody>
      </p:sp>
      <p:sp>
        <p:nvSpPr>
          <p:cNvPr id="698" name="Google Shape;698;p42">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3"/>
          <p:cNvSpPr txBox="1"/>
          <p:nvPr/>
        </p:nvSpPr>
        <p:spPr>
          <a:xfrm>
            <a:off x="651200" y="71850"/>
            <a:ext cx="84120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900">
                <a:latin typeface="Barlow Light"/>
                <a:ea typeface="Barlow Light"/>
                <a:cs typeface="Barlow Light"/>
                <a:sym typeface="Barlow Light"/>
              </a:rPr>
              <a:t>National Scale Map - County Level of Analysis </a:t>
            </a:r>
            <a:endParaRPr sz="2900">
              <a:latin typeface="Barlow Light"/>
              <a:ea typeface="Barlow Light"/>
              <a:cs typeface="Barlow Light"/>
              <a:sym typeface="Barlow Light"/>
            </a:endParaRPr>
          </a:p>
        </p:txBody>
      </p:sp>
      <p:pic>
        <p:nvPicPr>
          <p:cNvPr id="704" name="Google Shape;704;p43"/>
          <p:cNvPicPr preferRelativeResize="0"/>
          <p:nvPr/>
        </p:nvPicPr>
        <p:blipFill>
          <a:blip r:embed="rId3">
            <a:alphaModFix/>
          </a:blip>
          <a:stretch>
            <a:fillRect/>
          </a:stretch>
        </p:blipFill>
        <p:spPr>
          <a:xfrm>
            <a:off x="2007388" y="699100"/>
            <a:ext cx="5690673" cy="4300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44"/>
          <p:cNvPicPr preferRelativeResize="0"/>
          <p:nvPr/>
        </p:nvPicPr>
        <p:blipFill>
          <a:blip r:embed="rId3">
            <a:alphaModFix/>
          </a:blip>
          <a:stretch>
            <a:fillRect/>
          </a:stretch>
        </p:blipFill>
        <p:spPr>
          <a:xfrm>
            <a:off x="939178" y="1352647"/>
            <a:ext cx="3924425" cy="2950155"/>
          </a:xfrm>
          <a:prstGeom prst="rect">
            <a:avLst/>
          </a:prstGeom>
          <a:noFill/>
          <a:ln>
            <a:noFill/>
          </a:ln>
        </p:spPr>
      </p:pic>
      <p:sp>
        <p:nvSpPr>
          <p:cNvPr id="710" name="Google Shape;710;p44"/>
          <p:cNvSpPr txBox="1"/>
          <p:nvPr/>
        </p:nvSpPr>
        <p:spPr>
          <a:xfrm>
            <a:off x="1001775" y="71850"/>
            <a:ext cx="7701900" cy="46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latin typeface="Barlow Light"/>
                <a:ea typeface="Barlow Light"/>
                <a:cs typeface="Barlow Light"/>
                <a:sym typeface="Barlow Light"/>
              </a:rPr>
              <a:t>Different scales reveal variations in spatial patterns. </a:t>
            </a:r>
            <a:endParaRPr sz="2700">
              <a:latin typeface="Barlow Light"/>
              <a:ea typeface="Barlow Light"/>
              <a:cs typeface="Barlow Light"/>
              <a:sym typeface="Barlow Light"/>
            </a:endParaRPr>
          </a:p>
        </p:txBody>
      </p:sp>
      <p:pic>
        <p:nvPicPr>
          <p:cNvPr id="711" name="Google Shape;711;p44"/>
          <p:cNvPicPr preferRelativeResize="0"/>
          <p:nvPr/>
        </p:nvPicPr>
        <p:blipFill>
          <a:blip r:embed="rId4">
            <a:alphaModFix/>
          </a:blip>
          <a:stretch>
            <a:fillRect/>
          </a:stretch>
        </p:blipFill>
        <p:spPr>
          <a:xfrm>
            <a:off x="5050075" y="1339213"/>
            <a:ext cx="3924424" cy="29660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45"/>
          <p:cNvSpPr txBox="1"/>
          <p:nvPr/>
        </p:nvSpPr>
        <p:spPr>
          <a:xfrm>
            <a:off x="1001775" y="0"/>
            <a:ext cx="7701900" cy="40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Barlow Light"/>
                <a:ea typeface="Barlow Light"/>
                <a:cs typeface="Barlow Light"/>
                <a:sym typeface="Barlow Light"/>
              </a:rPr>
              <a:t>Local Scale Map &amp; Level of Analysis </a:t>
            </a:r>
            <a:endParaRPr sz="3000">
              <a:latin typeface="Barlow Light"/>
              <a:ea typeface="Barlow Light"/>
              <a:cs typeface="Barlow Light"/>
              <a:sym typeface="Barlow Light"/>
            </a:endParaRPr>
          </a:p>
        </p:txBody>
      </p:sp>
      <p:pic>
        <p:nvPicPr>
          <p:cNvPr id="717" name="Google Shape;717;p45"/>
          <p:cNvPicPr preferRelativeResize="0"/>
          <p:nvPr/>
        </p:nvPicPr>
        <p:blipFill rotWithShape="1">
          <a:blip r:embed="rId3">
            <a:alphaModFix/>
          </a:blip>
          <a:srcRect b="6428" l="0" r="0" t="0"/>
          <a:stretch/>
        </p:blipFill>
        <p:spPr>
          <a:xfrm>
            <a:off x="645025" y="950001"/>
            <a:ext cx="4231351" cy="3462850"/>
          </a:xfrm>
          <a:prstGeom prst="rect">
            <a:avLst/>
          </a:prstGeom>
          <a:noFill/>
          <a:ln>
            <a:noFill/>
          </a:ln>
        </p:spPr>
      </p:pic>
      <p:pic>
        <p:nvPicPr>
          <p:cNvPr id="718" name="Google Shape;718;p45"/>
          <p:cNvPicPr preferRelativeResize="0"/>
          <p:nvPr/>
        </p:nvPicPr>
        <p:blipFill rotWithShape="1">
          <a:blip r:embed="rId4">
            <a:alphaModFix/>
          </a:blip>
          <a:srcRect b="8967" l="0" r="0" t="0"/>
          <a:stretch/>
        </p:blipFill>
        <p:spPr>
          <a:xfrm>
            <a:off x="4912650" y="950000"/>
            <a:ext cx="4231351" cy="3368788"/>
          </a:xfrm>
          <a:prstGeom prst="rect">
            <a:avLst/>
          </a:prstGeom>
          <a:noFill/>
          <a:ln>
            <a:noFill/>
          </a:ln>
        </p:spPr>
      </p:pic>
      <p:sp>
        <p:nvSpPr>
          <p:cNvPr id="719" name="Google Shape;719;p45"/>
          <p:cNvSpPr txBox="1"/>
          <p:nvPr/>
        </p:nvSpPr>
        <p:spPr>
          <a:xfrm>
            <a:off x="1075825" y="519550"/>
            <a:ext cx="77019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Barlow Light"/>
                <a:ea typeface="Barlow Light"/>
                <a:cs typeface="Barlow Light"/>
                <a:sym typeface="Barlow Light"/>
              </a:rPr>
              <a:t>Census Tract: Smallest scale of analysis - comprise about 1,000-8,000 ppl </a:t>
            </a:r>
            <a:endParaRPr sz="1800">
              <a:latin typeface="Barlow Light"/>
              <a:ea typeface="Barlow Light"/>
              <a:cs typeface="Barlow Light"/>
              <a:sym typeface="Barlow Light"/>
            </a:endParaRPr>
          </a:p>
        </p:txBody>
      </p:sp>
      <p:sp>
        <p:nvSpPr>
          <p:cNvPr id="720" name="Google Shape;720;p45"/>
          <p:cNvSpPr txBox="1"/>
          <p:nvPr/>
        </p:nvSpPr>
        <p:spPr>
          <a:xfrm>
            <a:off x="1001775" y="4434550"/>
            <a:ext cx="7701900" cy="31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Barlow Light"/>
                <a:ea typeface="Barlow Light"/>
                <a:cs typeface="Barlow Light"/>
                <a:sym typeface="Barlow Light"/>
              </a:rPr>
              <a:t>Closest to the size of an actual neighborhood. </a:t>
            </a:r>
            <a:endParaRPr sz="1800">
              <a:latin typeface="Barlow Light"/>
              <a:ea typeface="Barlow Light"/>
              <a:cs typeface="Barlow Light"/>
              <a:sym typeface="Barlow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6"/>
          <p:cNvSpPr txBox="1"/>
          <p:nvPr/>
        </p:nvSpPr>
        <p:spPr>
          <a:xfrm>
            <a:off x="1022275" y="92175"/>
            <a:ext cx="7701900" cy="40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Barlow Light"/>
                <a:ea typeface="Barlow Light"/>
                <a:cs typeface="Barlow Light"/>
                <a:sym typeface="Barlow Light"/>
              </a:rPr>
              <a:t>Regional Scale of Analysis </a:t>
            </a:r>
            <a:endParaRPr sz="3000">
              <a:latin typeface="Barlow Light"/>
              <a:ea typeface="Barlow Light"/>
              <a:cs typeface="Barlow Light"/>
              <a:sym typeface="Barlow Light"/>
            </a:endParaRPr>
          </a:p>
        </p:txBody>
      </p:sp>
      <p:pic>
        <p:nvPicPr>
          <p:cNvPr id="726" name="Google Shape;726;p46"/>
          <p:cNvPicPr preferRelativeResize="0"/>
          <p:nvPr/>
        </p:nvPicPr>
        <p:blipFill>
          <a:blip r:embed="rId3">
            <a:alphaModFix/>
          </a:blip>
          <a:stretch>
            <a:fillRect/>
          </a:stretch>
        </p:blipFill>
        <p:spPr>
          <a:xfrm>
            <a:off x="879850" y="689375"/>
            <a:ext cx="4422611" cy="4301727"/>
          </a:xfrm>
          <a:prstGeom prst="rect">
            <a:avLst/>
          </a:prstGeom>
          <a:noFill/>
          <a:ln>
            <a:noFill/>
          </a:ln>
        </p:spPr>
      </p:pic>
      <p:pic>
        <p:nvPicPr>
          <p:cNvPr id="727" name="Google Shape;727;p46"/>
          <p:cNvPicPr preferRelativeResize="0"/>
          <p:nvPr/>
        </p:nvPicPr>
        <p:blipFill>
          <a:blip r:embed="rId4">
            <a:alphaModFix/>
          </a:blip>
          <a:stretch>
            <a:fillRect/>
          </a:stretch>
        </p:blipFill>
        <p:spPr>
          <a:xfrm>
            <a:off x="5432011" y="1501825"/>
            <a:ext cx="3536740" cy="25744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733" name="Google Shape;733;p47"/>
          <p:cNvSpPr txBox="1"/>
          <p:nvPr>
            <p:ph idx="1" type="body"/>
          </p:nvPr>
        </p:nvSpPr>
        <p:spPr>
          <a:xfrm>
            <a:off x="711650" y="1390125"/>
            <a:ext cx="70893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solidFill>
                  <a:srgbClr val="000000"/>
                </a:solidFill>
              </a:rPr>
              <a:t>1.6 Define scales of analysis used by geographers.</a:t>
            </a:r>
            <a:endParaRPr sz="2200">
              <a:solidFill>
                <a:srgbClr val="000000"/>
              </a:solidFill>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rPr lang="en" sz="2200">
                <a:solidFill>
                  <a:srgbClr val="000000"/>
                </a:solidFill>
              </a:rPr>
              <a:t>1.6 Explain what scales of analysis reveal.</a:t>
            </a:r>
            <a:r>
              <a:rPr lang="en" sz="1100">
                <a:solidFill>
                  <a:srgbClr val="000000"/>
                </a:solidFill>
                <a:latin typeface="Century Gothic"/>
                <a:ea typeface="Century Gothic"/>
                <a:cs typeface="Century Gothic"/>
                <a:sym typeface="Century Gothic"/>
              </a:rPr>
              <a:t>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1000"/>
              </a:spcBef>
              <a:spcAft>
                <a:spcPts val="0"/>
              </a:spcAft>
              <a:buNone/>
            </a:pPr>
            <a:r>
              <a:t/>
            </a:r>
            <a:endParaRPr/>
          </a:p>
        </p:txBody>
      </p:sp>
      <p:sp>
        <p:nvSpPr>
          <p:cNvPr id="734" name="Google Shape;734;p4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735" name="Google Shape;735;p47"/>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