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eagleview.com/newsroom/2020/03/to-aid-in-nashville-tornado-recovery-eagleview-captures-and-donates-fixed-wing-aerial-imagery-to-davidson-county/"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mnestyusa.org/reports/north-korea-new-satellite-images-show-continued-investment-in-the-infrastructure-of-repression/"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802693956f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80269395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802693956f_0_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802693956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802ff59b1a_0_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802ff59b1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802ff59b1a_0_3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802ff59b1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802ff59b1a_0_4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802ff59b1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802ff59b1a_0_4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802ff59b1a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802ff59b1a_0_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802ff59b1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802ff59b1a_0_5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802ff59b1a_0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https://www.eagleview.com/newsroom/2020/03/to-aid-in-nashville-tornado-recovery-eagleview-captures-and-donates-fixed-wing-aerial-imagery-to-davidson-county/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802ff59b1a_0_53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802ff59b1a_0_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802ff59b1a_0_49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802ff59b1a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802ff59b1a_0_50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802ff59b1a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u="sng">
                <a:solidFill>
                  <a:schemeClr val="hlink"/>
                </a:solidFill>
                <a:hlinkClick r:id="rId2"/>
              </a:rPr>
              <a:t>https://www.amnestyusa.org/reports/north-korea-new-satellite-images-show-continued-investment-in-the-infrastructure-of-repression/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802ff59b1a_0_5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802ff59b1a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225" y="0"/>
            <a:ext cx="9144224" cy="5143512"/>
            <a:chOff x="-225" y="0"/>
            <a:chExt cx="9144224" cy="5143512"/>
          </a:xfrm>
        </p:grpSpPr>
        <p:sp>
          <p:nvSpPr>
            <p:cNvPr id="11" name="Google Shape;11;p2"/>
            <p:cNvSpPr/>
            <p:nvPr/>
          </p:nvSpPr>
          <p:spPr>
            <a:xfrm>
              <a:off x="0" y="0"/>
              <a:ext cx="61002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175" y="1541675"/>
              <a:ext cx="6870000" cy="2060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 name="Google Shape;13;p2"/>
            <p:cNvGrpSpPr/>
            <p:nvPr/>
          </p:nvGrpSpPr>
          <p:grpSpPr>
            <a:xfrm>
              <a:off x="8477595" y="4477088"/>
              <a:ext cx="666403" cy="666424"/>
              <a:chOff x="7996345" y="980275"/>
              <a:chExt cx="666403" cy="666424"/>
            </a:xfrm>
          </p:grpSpPr>
          <p:sp>
            <p:nvSpPr>
              <p:cNvPr id="14" name="Google Shape;14;p2"/>
              <p:cNvSpPr/>
              <p:nvPr/>
            </p:nvSpPr>
            <p:spPr>
              <a:xfrm>
                <a:off x="7996345"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8198672"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400998"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996345"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8198672"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8400998"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7996345"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198672"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400998"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7996345"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8198672"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400998"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603324"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603324"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603324"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8603349"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7042555" y="1541664"/>
              <a:ext cx="730045" cy="2060087"/>
              <a:chOff x="7022220" y="1541675"/>
              <a:chExt cx="666403" cy="1880499"/>
            </a:xfrm>
          </p:grpSpPr>
          <p:sp>
            <p:nvSpPr>
              <p:cNvPr id="31" name="Google Shape;31;p2"/>
              <p:cNvSpPr/>
              <p:nvPr/>
            </p:nvSpPr>
            <p:spPr>
              <a:xfrm>
                <a:off x="7022220"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24547"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7426873"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7022220"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7224547"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7426873"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7022220"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7224547"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7426873"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7022220"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7224547"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7426873"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7629199"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7629199"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7629199"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7629224"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7022220"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7224547"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7426873"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7022220"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7224547"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7426873"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7022220"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7224547"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7426873"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7022220"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7224547"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7426873"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7629199"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7629199"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7629199"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7629224"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7022220"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7224547"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7426873"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7022220"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7224547"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7426873"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7629199"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7629224"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2"/>
            <p:cNvGrpSpPr/>
            <p:nvPr/>
          </p:nvGrpSpPr>
          <p:grpSpPr>
            <a:xfrm>
              <a:off x="-225" y="2008293"/>
              <a:ext cx="301775" cy="1126923"/>
              <a:chOff x="-225" y="1987280"/>
              <a:chExt cx="318900" cy="1190873"/>
            </a:xfrm>
          </p:grpSpPr>
          <p:sp>
            <p:nvSpPr>
              <p:cNvPr id="72" name="Google Shape;72;p2"/>
              <p:cNvSpPr/>
              <p:nvPr/>
            </p:nvSpPr>
            <p:spPr>
              <a:xfrm>
                <a:off x="-175" y="1987280"/>
                <a:ext cx="318794" cy="116648"/>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175" y="2255817"/>
                <a:ext cx="318794" cy="116648"/>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175" y="2524353"/>
                <a:ext cx="318794" cy="116648"/>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225" y="2792878"/>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225" y="30614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 name="Google Shape;77;p2"/>
            <p:cNvGrpSpPr/>
            <p:nvPr/>
          </p:nvGrpSpPr>
          <p:grpSpPr>
            <a:xfrm>
              <a:off x="8842175" y="668859"/>
              <a:ext cx="301822" cy="872807"/>
              <a:chOff x="-225" y="2255817"/>
              <a:chExt cx="318950" cy="922336"/>
            </a:xfrm>
          </p:grpSpPr>
          <p:sp>
            <p:nvSpPr>
              <p:cNvPr id="78" name="Google Shape;78;p2"/>
              <p:cNvSpPr/>
              <p:nvPr/>
            </p:nvSpPr>
            <p:spPr>
              <a:xfrm>
                <a:off x="-175" y="2255817"/>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175" y="25243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225" y="2792878"/>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225" y="30614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2"/>
            <p:cNvGrpSpPr/>
            <p:nvPr/>
          </p:nvGrpSpPr>
          <p:grpSpPr>
            <a:xfrm>
              <a:off x="5798375" y="4270684"/>
              <a:ext cx="301822" cy="872807"/>
              <a:chOff x="1611209" y="2255817"/>
              <a:chExt cx="318950" cy="922336"/>
            </a:xfrm>
          </p:grpSpPr>
          <p:sp>
            <p:nvSpPr>
              <p:cNvPr id="83" name="Google Shape;83;p2"/>
              <p:cNvSpPr/>
              <p:nvPr/>
            </p:nvSpPr>
            <p:spPr>
              <a:xfrm>
                <a:off x="1611259" y="2255817"/>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1611259" y="2524353"/>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1611209" y="2792878"/>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1611209" y="3061453"/>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 name="Google Shape;87;p2"/>
            <p:cNvGrpSpPr/>
            <p:nvPr/>
          </p:nvGrpSpPr>
          <p:grpSpPr>
            <a:xfrm>
              <a:off x="685795" y="0"/>
              <a:ext cx="666403" cy="666424"/>
              <a:chOff x="7996345" y="980275"/>
              <a:chExt cx="666403" cy="666424"/>
            </a:xfrm>
          </p:grpSpPr>
          <p:sp>
            <p:nvSpPr>
              <p:cNvPr id="88" name="Google Shape;88;p2"/>
              <p:cNvSpPr/>
              <p:nvPr/>
            </p:nvSpPr>
            <p:spPr>
              <a:xfrm>
                <a:off x="7996345"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8198672"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8400998"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7996345"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8198672"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8400998"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7996345"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8198672"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8400998"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7996345"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8198672"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8400998"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8603324"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8603324"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8603324"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8603349"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4" name="Google Shape;104;p2"/>
          <p:cNvSpPr txBox="1"/>
          <p:nvPr>
            <p:ph type="ctrTitle"/>
          </p:nvPr>
        </p:nvSpPr>
        <p:spPr>
          <a:xfrm>
            <a:off x="685800" y="1541675"/>
            <a:ext cx="5740200" cy="2060100"/>
          </a:xfrm>
          <a:prstGeom prst="rect">
            <a:avLst/>
          </a:prstGeom>
        </p:spPr>
        <p:txBody>
          <a:bodyPr anchorCtr="0" anchor="ctr" bIns="0" lIns="0" spcFirstLastPara="1" rIns="0" wrap="square" tIns="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05" name="Shape 105"/>
        <p:cNvGrpSpPr/>
        <p:nvPr/>
      </p:nvGrpSpPr>
      <p:grpSpPr>
        <a:xfrm>
          <a:off x="0" y="0"/>
          <a:ext cx="0" cy="0"/>
          <a:chOff x="0" y="0"/>
          <a:chExt cx="0" cy="0"/>
        </a:xfrm>
      </p:grpSpPr>
      <p:sp>
        <p:nvSpPr>
          <p:cNvPr id="106" name="Google Shape;106;p3"/>
          <p:cNvSpPr/>
          <p:nvPr/>
        </p:nvSpPr>
        <p:spPr>
          <a:xfrm>
            <a:off x="6100358" y="13"/>
            <a:ext cx="3050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175" y="1541675"/>
            <a:ext cx="6870000" cy="206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 name="Google Shape;108;p3"/>
          <p:cNvGrpSpPr/>
          <p:nvPr/>
        </p:nvGrpSpPr>
        <p:grpSpPr>
          <a:xfrm>
            <a:off x="8477595" y="4477088"/>
            <a:ext cx="666403" cy="666424"/>
            <a:chOff x="7996345" y="980275"/>
            <a:chExt cx="666403" cy="666424"/>
          </a:xfrm>
        </p:grpSpPr>
        <p:sp>
          <p:nvSpPr>
            <p:cNvPr id="109" name="Google Shape;109;p3"/>
            <p:cNvSpPr/>
            <p:nvPr/>
          </p:nvSpPr>
          <p:spPr>
            <a:xfrm>
              <a:off x="7996345"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8198672"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8400998"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7996345"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8198672"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8400998"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7996345"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8198672"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8400998"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a:off x="7996345"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a:off x="8198672"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8400998"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8603324"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8603324"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8603324"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8603349"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 name="Google Shape;125;p3"/>
          <p:cNvGrpSpPr/>
          <p:nvPr/>
        </p:nvGrpSpPr>
        <p:grpSpPr>
          <a:xfrm>
            <a:off x="7042555" y="1541664"/>
            <a:ext cx="508369" cy="2060087"/>
            <a:chOff x="7022220" y="1541675"/>
            <a:chExt cx="464052" cy="1880499"/>
          </a:xfrm>
        </p:grpSpPr>
        <p:sp>
          <p:nvSpPr>
            <p:cNvPr id="126" name="Google Shape;126;p3"/>
            <p:cNvSpPr/>
            <p:nvPr/>
          </p:nvSpPr>
          <p:spPr>
            <a:xfrm>
              <a:off x="7022220" y="15416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a:off x="7224547" y="15416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a:off x="7426873" y="15416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a:off x="7022220" y="17440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7224547" y="17440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7426873" y="17440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7022220" y="19463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7224547" y="19463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7426873" y="19463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a:off x="7022220" y="21486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
            <p:cNvSpPr/>
            <p:nvPr/>
          </p:nvSpPr>
          <p:spPr>
            <a:xfrm>
              <a:off x="7224547" y="21486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a:off x="7426873" y="21486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7022220" y="2351050"/>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7224547" y="2351050"/>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a:off x="7426873" y="2351050"/>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a:off x="7022220" y="2553392"/>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a:off x="7224547" y="2553392"/>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a:off x="7426873" y="2553392"/>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7022220" y="27557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7224547" y="27557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a:off x="7426873" y="27557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
            <p:cNvSpPr/>
            <p:nvPr/>
          </p:nvSpPr>
          <p:spPr>
            <a:xfrm>
              <a:off x="7022220" y="29580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
            <p:cNvSpPr/>
            <p:nvPr/>
          </p:nvSpPr>
          <p:spPr>
            <a:xfrm>
              <a:off x="7224547" y="29580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7426873" y="29580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p:nvPr/>
          </p:nvSpPr>
          <p:spPr>
            <a:xfrm>
              <a:off x="7022220" y="31604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p:nvPr/>
          </p:nvSpPr>
          <p:spPr>
            <a:xfrm>
              <a:off x="7224547" y="31604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
            <p:cNvSpPr/>
            <p:nvPr/>
          </p:nvSpPr>
          <p:spPr>
            <a:xfrm>
              <a:off x="7426873" y="31604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a:off x="7022220" y="33627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
            <p:cNvSpPr/>
            <p:nvPr/>
          </p:nvSpPr>
          <p:spPr>
            <a:xfrm>
              <a:off x="7224547" y="33627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
            <p:cNvSpPr/>
            <p:nvPr/>
          </p:nvSpPr>
          <p:spPr>
            <a:xfrm>
              <a:off x="7426873" y="33627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 name="Google Shape;156;p3"/>
          <p:cNvGrpSpPr/>
          <p:nvPr/>
        </p:nvGrpSpPr>
        <p:grpSpPr>
          <a:xfrm>
            <a:off x="-225" y="2135380"/>
            <a:ext cx="301822" cy="872770"/>
            <a:chOff x="-225" y="1987280"/>
            <a:chExt cx="318950" cy="922298"/>
          </a:xfrm>
        </p:grpSpPr>
        <p:sp>
          <p:nvSpPr>
            <p:cNvPr id="157" name="Google Shape;157;p3"/>
            <p:cNvSpPr/>
            <p:nvPr/>
          </p:nvSpPr>
          <p:spPr>
            <a:xfrm>
              <a:off x="-175" y="1987280"/>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a:off x="-175" y="2255817"/>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a:off x="-175" y="2524353"/>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a:off x="-225" y="2792878"/>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3"/>
          <p:cNvGrpSpPr/>
          <p:nvPr/>
        </p:nvGrpSpPr>
        <p:grpSpPr>
          <a:xfrm>
            <a:off x="8842175" y="668859"/>
            <a:ext cx="301822" cy="872807"/>
            <a:chOff x="-225" y="2255817"/>
            <a:chExt cx="318950" cy="922336"/>
          </a:xfrm>
        </p:grpSpPr>
        <p:sp>
          <p:nvSpPr>
            <p:cNvPr id="162" name="Google Shape;162;p3"/>
            <p:cNvSpPr/>
            <p:nvPr/>
          </p:nvSpPr>
          <p:spPr>
            <a:xfrm>
              <a:off x="-175" y="2255817"/>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175" y="25243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225" y="2792878"/>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225" y="30614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 name="Google Shape;166;p3"/>
          <p:cNvGrpSpPr/>
          <p:nvPr/>
        </p:nvGrpSpPr>
        <p:grpSpPr>
          <a:xfrm>
            <a:off x="6100350" y="4270684"/>
            <a:ext cx="301822" cy="872807"/>
            <a:chOff x="-225" y="2255817"/>
            <a:chExt cx="318950" cy="922336"/>
          </a:xfrm>
        </p:grpSpPr>
        <p:sp>
          <p:nvSpPr>
            <p:cNvPr id="167" name="Google Shape;167;p3"/>
            <p:cNvSpPr/>
            <p:nvPr/>
          </p:nvSpPr>
          <p:spPr>
            <a:xfrm>
              <a:off x="-175" y="2255817"/>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175" y="25243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225" y="2792878"/>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225" y="30614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3"/>
          <p:cNvGrpSpPr/>
          <p:nvPr/>
        </p:nvGrpSpPr>
        <p:grpSpPr>
          <a:xfrm>
            <a:off x="685795" y="0"/>
            <a:ext cx="666403" cy="666424"/>
            <a:chOff x="7996345" y="980275"/>
            <a:chExt cx="666403" cy="666424"/>
          </a:xfrm>
        </p:grpSpPr>
        <p:sp>
          <p:nvSpPr>
            <p:cNvPr id="172" name="Google Shape;172;p3"/>
            <p:cNvSpPr/>
            <p:nvPr/>
          </p:nvSpPr>
          <p:spPr>
            <a:xfrm>
              <a:off x="7996345"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a:off x="8198672"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8400998"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7996345"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8198672"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8400998"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7996345"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a:off x="8198672"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8400998"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7996345"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a:off x="8198672"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8400998"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8603324"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a:off x="8603324"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8603324"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8603349"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 name="Google Shape;188;p3"/>
          <p:cNvSpPr txBox="1"/>
          <p:nvPr>
            <p:ph type="ctrTitle"/>
          </p:nvPr>
        </p:nvSpPr>
        <p:spPr>
          <a:xfrm>
            <a:off x="603425" y="1794125"/>
            <a:ext cx="5497200" cy="872700"/>
          </a:xfrm>
          <a:prstGeom prst="rect">
            <a:avLst/>
          </a:prstGeom>
        </p:spPr>
        <p:txBody>
          <a:bodyPr anchorCtr="0" anchor="b" bIns="0" lIns="0" spcFirstLastPara="1" rIns="0" wrap="square" tIns="0">
            <a:noAutofit/>
          </a:bodyPr>
          <a:lstStyle>
            <a:lvl1pPr lvl="0" rtl="0">
              <a:spcBef>
                <a:spcPts val="0"/>
              </a:spcBef>
              <a:spcAft>
                <a:spcPts val="0"/>
              </a:spcAft>
              <a:buClr>
                <a:schemeClr val="dk1"/>
              </a:buClr>
              <a:buSzPts val="3600"/>
              <a:buNone/>
              <a:defRPr sz="3600">
                <a:solidFill>
                  <a:schemeClr val="dk1"/>
                </a:solidFill>
              </a:defRPr>
            </a:lvl1pPr>
            <a:lvl2pPr lvl="1" rtl="0">
              <a:spcBef>
                <a:spcPts val="0"/>
              </a:spcBef>
              <a:spcAft>
                <a:spcPts val="0"/>
              </a:spcAft>
              <a:buClr>
                <a:schemeClr val="dk1"/>
              </a:buClr>
              <a:buSzPts val="3600"/>
              <a:buNone/>
              <a:defRPr sz="3600">
                <a:solidFill>
                  <a:schemeClr val="dk1"/>
                </a:solidFill>
              </a:defRPr>
            </a:lvl2pPr>
            <a:lvl3pPr lvl="2" rtl="0">
              <a:spcBef>
                <a:spcPts val="0"/>
              </a:spcBef>
              <a:spcAft>
                <a:spcPts val="0"/>
              </a:spcAft>
              <a:buClr>
                <a:schemeClr val="dk1"/>
              </a:buClr>
              <a:buSzPts val="3600"/>
              <a:buNone/>
              <a:defRPr sz="3600">
                <a:solidFill>
                  <a:schemeClr val="dk1"/>
                </a:solidFill>
              </a:defRPr>
            </a:lvl3pPr>
            <a:lvl4pPr lvl="3" rtl="0">
              <a:spcBef>
                <a:spcPts val="0"/>
              </a:spcBef>
              <a:spcAft>
                <a:spcPts val="0"/>
              </a:spcAft>
              <a:buClr>
                <a:schemeClr val="dk1"/>
              </a:buClr>
              <a:buSzPts val="3600"/>
              <a:buNone/>
              <a:defRPr sz="3600">
                <a:solidFill>
                  <a:schemeClr val="dk1"/>
                </a:solidFill>
              </a:defRPr>
            </a:lvl4pPr>
            <a:lvl5pPr lvl="4" rtl="0">
              <a:spcBef>
                <a:spcPts val="0"/>
              </a:spcBef>
              <a:spcAft>
                <a:spcPts val="0"/>
              </a:spcAft>
              <a:buClr>
                <a:schemeClr val="dk1"/>
              </a:buClr>
              <a:buSzPts val="3600"/>
              <a:buNone/>
              <a:defRPr sz="3600">
                <a:solidFill>
                  <a:schemeClr val="dk1"/>
                </a:solidFill>
              </a:defRPr>
            </a:lvl5pPr>
            <a:lvl6pPr lvl="5" rtl="0">
              <a:spcBef>
                <a:spcPts val="0"/>
              </a:spcBef>
              <a:spcAft>
                <a:spcPts val="0"/>
              </a:spcAft>
              <a:buClr>
                <a:schemeClr val="dk1"/>
              </a:buClr>
              <a:buSzPts val="3600"/>
              <a:buNone/>
              <a:defRPr sz="3600">
                <a:solidFill>
                  <a:schemeClr val="dk1"/>
                </a:solidFill>
              </a:defRPr>
            </a:lvl6pPr>
            <a:lvl7pPr lvl="6" rtl="0">
              <a:spcBef>
                <a:spcPts val="0"/>
              </a:spcBef>
              <a:spcAft>
                <a:spcPts val="0"/>
              </a:spcAft>
              <a:buClr>
                <a:schemeClr val="dk1"/>
              </a:buClr>
              <a:buSzPts val="3600"/>
              <a:buNone/>
              <a:defRPr sz="3600">
                <a:solidFill>
                  <a:schemeClr val="dk1"/>
                </a:solidFill>
              </a:defRPr>
            </a:lvl7pPr>
            <a:lvl8pPr lvl="7" rtl="0">
              <a:spcBef>
                <a:spcPts val="0"/>
              </a:spcBef>
              <a:spcAft>
                <a:spcPts val="0"/>
              </a:spcAft>
              <a:buClr>
                <a:schemeClr val="dk1"/>
              </a:buClr>
              <a:buSzPts val="3600"/>
              <a:buNone/>
              <a:defRPr sz="3600">
                <a:solidFill>
                  <a:schemeClr val="dk1"/>
                </a:solidFill>
              </a:defRPr>
            </a:lvl8pPr>
            <a:lvl9pPr lvl="8" rtl="0">
              <a:spcBef>
                <a:spcPts val="0"/>
              </a:spcBef>
              <a:spcAft>
                <a:spcPts val="0"/>
              </a:spcAft>
              <a:buClr>
                <a:schemeClr val="dk1"/>
              </a:buClr>
              <a:buSzPts val="3600"/>
              <a:buNone/>
              <a:defRPr sz="3600">
                <a:solidFill>
                  <a:schemeClr val="dk1"/>
                </a:solidFill>
              </a:defRPr>
            </a:lvl9pPr>
          </a:lstStyle>
          <a:p/>
        </p:txBody>
      </p:sp>
      <p:sp>
        <p:nvSpPr>
          <p:cNvPr id="189" name="Google Shape;189;p3"/>
          <p:cNvSpPr txBox="1"/>
          <p:nvPr>
            <p:ph idx="1" type="subTitle"/>
          </p:nvPr>
        </p:nvSpPr>
        <p:spPr>
          <a:xfrm>
            <a:off x="603425" y="2604674"/>
            <a:ext cx="5497200" cy="3798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400"/>
              <a:buNone/>
              <a:defRPr>
                <a:solidFill>
                  <a:schemeClr val="lt1"/>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90" name="Shape 190"/>
        <p:cNvGrpSpPr/>
        <p:nvPr/>
      </p:nvGrpSpPr>
      <p:grpSpPr>
        <a:xfrm>
          <a:off x="0" y="0"/>
          <a:ext cx="0" cy="0"/>
          <a:chOff x="0" y="0"/>
          <a:chExt cx="0" cy="0"/>
        </a:xfrm>
      </p:grpSpPr>
      <p:grpSp>
        <p:nvGrpSpPr>
          <p:cNvPr id="191" name="Google Shape;191;p4"/>
          <p:cNvGrpSpPr/>
          <p:nvPr/>
        </p:nvGrpSpPr>
        <p:grpSpPr>
          <a:xfrm>
            <a:off x="-175" y="0"/>
            <a:ext cx="9158125" cy="5149862"/>
            <a:chOff x="-175" y="0"/>
            <a:chExt cx="9158125" cy="5149862"/>
          </a:xfrm>
        </p:grpSpPr>
        <p:sp>
          <p:nvSpPr>
            <p:cNvPr id="192" name="Google Shape;192;p4"/>
            <p:cNvSpPr/>
            <p:nvPr/>
          </p:nvSpPr>
          <p:spPr>
            <a:xfrm>
              <a:off x="0" y="0"/>
              <a:ext cx="7845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 name="Google Shape;193;p4"/>
            <p:cNvGrpSpPr/>
            <p:nvPr/>
          </p:nvGrpSpPr>
          <p:grpSpPr>
            <a:xfrm>
              <a:off x="-175" y="664293"/>
              <a:ext cx="318794" cy="653721"/>
              <a:chOff x="5385375" y="498300"/>
              <a:chExt cx="802200" cy="556500"/>
            </a:xfrm>
          </p:grpSpPr>
          <p:sp>
            <p:nvSpPr>
              <p:cNvPr id="194" name="Google Shape;194;p4"/>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4"/>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 name="Google Shape;197;p4"/>
            <p:cNvSpPr/>
            <p:nvPr/>
          </p:nvSpPr>
          <p:spPr>
            <a:xfrm>
              <a:off x="666125" y="660475"/>
              <a:ext cx="666300" cy="666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 name="Google Shape;199;p4"/>
            <p:cNvGrpSpPr/>
            <p:nvPr/>
          </p:nvGrpSpPr>
          <p:grpSpPr>
            <a:xfrm>
              <a:off x="8994728" y="670955"/>
              <a:ext cx="149289" cy="653721"/>
              <a:chOff x="5385375" y="498300"/>
              <a:chExt cx="802200" cy="556500"/>
            </a:xfrm>
          </p:grpSpPr>
          <p:sp>
            <p:nvSpPr>
              <p:cNvPr id="200" name="Google Shape;200;p4"/>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4"/>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4"/>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4"/>
            <p:cNvGrpSpPr/>
            <p:nvPr/>
          </p:nvGrpSpPr>
          <p:grpSpPr>
            <a:xfrm>
              <a:off x="7508545" y="3014000"/>
              <a:ext cx="666403" cy="1475799"/>
              <a:chOff x="7508545" y="664625"/>
              <a:chExt cx="666403" cy="1475799"/>
            </a:xfrm>
          </p:grpSpPr>
          <p:sp>
            <p:nvSpPr>
              <p:cNvPr id="204" name="Google Shape;204;p4"/>
              <p:cNvSpPr/>
              <p:nvPr/>
            </p:nvSpPr>
            <p:spPr>
              <a:xfrm>
                <a:off x="7508545" y="664625"/>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
              <p:cNvSpPr/>
              <p:nvPr/>
            </p:nvSpPr>
            <p:spPr>
              <a:xfrm>
                <a:off x="7710872" y="664625"/>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4"/>
              <p:cNvSpPr/>
              <p:nvPr/>
            </p:nvSpPr>
            <p:spPr>
              <a:xfrm>
                <a:off x="7913198" y="664625"/>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4"/>
              <p:cNvSpPr/>
              <p:nvPr/>
            </p:nvSpPr>
            <p:spPr>
              <a:xfrm>
                <a:off x="7508545" y="866967"/>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4"/>
              <p:cNvSpPr/>
              <p:nvPr/>
            </p:nvSpPr>
            <p:spPr>
              <a:xfrm>
                <a:off x="7710872" y="866967"/>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4"/>
              <p:cNvSpPr/>
              <p:nvPr/>
            </p:nvSpPr>
            <p:spPr>
              <a:xfrm>
                <a:off x="7913198" y="866967"/>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4"/>
              <p:cNvSpPr/>
              <p:nvPr/>
            </p:nvSpPr>
            <p:spPr>
              <a:xfrm>
                <a:off x="7508545" y="1069308"/>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
              <p:cNvSpPr/>
              <p:nvPr/>
            </p:nvSpPr>
            <p:spPr>
              <a:xfrm>
                <a:off x="7710872" y="1069308"/>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
              <p:cNvSpPr/>
              <p:nvPr/>
            </p:nvSpPr>
            <p:spPr>
              <a:xfrm>
                <a:off x="7913198" y="1069308"/>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
              <p:cNvSpPr/>
              <p:nvPr/>
            </p:nvSpPr>
            <p:spPr>
              <a:xfrm>
                <a:off x="7508545" y="1271649"/>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4"/>
              <p:cNvSpPr/>
              <p:nvPr/>
            </p:nvSpPr>
            <p:spPr>
              <a:xfrm>
                <a:off x="7710872" y="1271649"/>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
              <p:cNvSpPr/>
              <p:nvPr/>
            </p:nvSpPr>
            <p:spPr>
              <a:xfrm>
                <a:off x="7913198" y="1271649"/>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
              <p:cNvSpPr/>
              <p:nvPr/>
            </p:nvSpPr>
            <p:spPr>
              <a:xfrm>
                <a:off x="8115524" y="664625"/>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
              <p:cNvSpPr/>
              <p:nvPr/>
            </p:nvSpPr>
            <p:spPr>
              <a:xfrm>
                <a:off x="8115524" y="866967"/>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
              <p:cNvSpPr/>
              <p:nvPr/>
            </p:nvSpPr>
            <p:spPr>
              <a:xfrm>
                <a:off x="8115524" y="1069308"/>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
              <p:cNvSpPr/>
              <p:nvPr/>
            </p:nvSpPr>
            <p:spPr>
              <a:xfrm>
                <a:off x="8115549" y="1271649"/>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
              <p:cNvSpPr/>
              <p:nvPr/>
            </p:nvSpPr>
            <p:spPr>
              <a:xfrm>
                <a:off x="7508545"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
              <p:cNvSpPr/>
              <p:nvPr/>
            </p:nvSpPr>
            <p:spPr>
              <a:xfrm>
                <a:off x="7710872"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
              <p:cNvSpPr/>
              <p:nvPr/>
            </p:nvSpPr>
            <p:spPr>
              <a:xfrm>
                <a:off x="7913198"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
              <p:cNvSpPr/>
              <p:nvPr/>
            </p:nvSpPr>
            <p:spPr>
              <a:xfrm>
                <a:off x="7508545"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
              <p:cNvSpPr/>
              <p:nvPr/>
            </p:nvSpPr>
            <p:spPr>
              <a:xfrm>
                <a:off x="7710872"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
              <p:cNvSpPr/>
              <p:nvPr/>
            </p:nvSpPr>
            <p:spPr>
              <a:xfrm>
                <a:off x="7913198"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
              <p:cNvSpPr/>
              <p:nvPr/>
            </p:nvSpPr>
            <p:spPr>
              <a:xfrm>
                <a:off x="7508545"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
              <p:cNvSpPr/>
              <p:nvPr/>
            </p:nvSpPr>
            <p:spPr>
              <a:xfrm>
                <a:off x="7710872"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
              <p:cNvSpPr/>
              <p:nvPr/>
            </p:nvSpPr>
            <p:spPr>
              <a:xfrm>
                <a:off x="7913198"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
              <p:cNvSpPr/>
              <p:nvPr/>
            </p:nvSpPr>
            <p:spPr>
              <a:xfrm>
                <a:off x="7508545"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
              <p:cNvSpPr/>
              <p:nvPr/>
            </p:nvSpPr>
            <p:spPr>
              <a:xfrm>
                <a:off x="7710872"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
              <p:cNvSpPr/>
              <p:nvPr/>
            </p:nvSpPr>
            <p:spPr>
              <a:xfrm>
                <a:off x="7913198"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4"/>
              <p:cNvSpPr/>
              <p:nvPr/>
            </p:nvSpPr>
            <p:spPr>
              <a:xfrm>
                <a:off x="8115524"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4"/>
              <p:cNvSpPr/>
              <p:nvPr/>
            </p:nvSpPr>
            <p:spPr>
              <a:xfrm>
                <a:off x="8115524"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4"/>
              <p:cNvSpPr/>
              <p:nvPr/>
            </p:nvSpPr>
            <p:spPr>
              <a:xfrm>
                <a:off x="8115524"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4"/>
              <p:cNvSpPr/>
              <p:nvPr/>
            </p:nvSpPr>
            <p:spPr>
              <a:xfrm>
                <a:off x="8115549"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 name="Google Shape;236;p4"/>
            <p:cNvGrpSpPr/>
            <p:nvPr/>
          </p:nvGrpSpPr>
          <p:grpSpPr>
            <a:xfrm>
              <a:off x="666070" y="4483438"/>
              <a:ext cx="666403" cy="666424"/>
              <a:chOff x="7996345" y="980275"/>
              <a:chExt cx="666403" cy="666424"/>
            </a:xfrm>
          </p:grpSpPr>
          <p:sp>
            <p:nvSpPr>
              <p:cNvPr id="237" name="Google Shape;237;p4"/>
              <p:cNvSpPr/>
              <p:nvPr/>
            </p:nvSpPr>
            <p:spPr>
              <a:xfrm>
                <a:off x="7996345"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
              <p:cNvSpPr/>
              <p:nvPr/>
            </p:nvSpPr>
            <p:spPr>
              <a:xfrm>
                <a:off x="8198672"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
              <p:cNvSpPr/>
              <p:nvPr/>
            </p:nvSpPr>
            <p:spPr>
              <a:xfrm>
                <a:off x="8400998"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
              <p:cNvSpPr/>
              <p:nvPr/>
            </p:nvSpPr>
            <p:spPr>
              <a:xfrm>
                <a:off x="7996345"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
              <p:cNvSpPr/>
              <p:nvPr/>
            </p:nvSpPr>
            <p:spPr>
              <a:xfrm>
                <a:off x="8198672"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
              <p:cNvSpPr/>
              <p:nvPr/>
            </p:nvSpPr>
            <p:spPr>
              <a:xfrm>
                <a:off x="8400998"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
              <p:cNvSpPr/>
              <p:nvPr/>
            </p:nvSpPr>
            <p:spPr>
              <a:xfrm>
                <a:off x="7996345"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
              <p:cNvSpPr/>
              <p:nvPr/>
            </p:nvSpPr>
            <p:spPr>
              <a:xfrm>
                <a:off x="8198672"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
              <p:cNvSpPr/>
              <p:nvPr/>
            </p:nvSpPr>
            <p:spPr>
              <a:xfrm>
                <a:off x="8400998"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
              <p:cNvSpPr/>
              <p:nvPr/>
            </p:nvSpPr>
            <p:spPr>
              <a:xfrm>
                <a:off x="7996345"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
              <p:cNvSpPr/>
              <p:nvPr/>
            </p:nvSpPr>
            <p:spPr>
              <a:xfrm>
                <a:off x="8198672"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
              <p:cNvSpPr/>
              <p:nvPr/>
            </p:nvSpPr>
            <p:spPr>
              <a:xfrm>
                <a:off x="8400998"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
              <p:cNvSpPr/>
              <p:nvPr/>
            </p:nvSpPr>
            <p:spPr>
              <a:xfrm>
                <a:off x="8603324"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
              <p:cNvSpPr/>
              <p:nvPr/>
            </p:nvSpPr>
            <p:spPr>
              <a:xfrm>
                <a:off x="8603324"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
              <p:cNvSpPr/>
              <p:nvPr/>
            </p:nvSpPr>
            <p:spPr>
              <a:xfrm>
                <a:off x="8603324"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
              <p:cNvSpPr/>
              <p:nvPr/>
            </p:nvSpPr>
            <p:spPr>
              <a:xfrm>
                <a:off x="8603349"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3" name="Google Shape;253;p4"/>
          <p:cNvSpPr txBox="1"/>
          <p:nvPr>
            <p:ph idx="1" type="body"/>
          </p:nvPr>
        </p:nvSpPr>
        <p:spPr>
          <a:xfrm>
            <a:off x="1699000" y="660475"/>
            <a:ext cx="5045400" cy="3829200"/>
          </a:xfrm>
          <a:prstGeom prst="rect">
            <a:avLst/>
          </a:prstGeom>
        </p:spPr>
        <p:txBody>
          <a:bodyPr anchorCtr="0" anchor="t" bIns="0" lIns="0" spcFirstLastPara="1" rIns="0" wrap="square" tIns="0">
            <a:noAutofit/>
          </a:bodyPr>
          <a:lstStyle>
            <a:lvl1pPr indent="-457200" lvl="0" marL="457200" rtl="0">
              <a:lnSpc>
                <a:spcPct val="100000"/>
              </a:lnSpc>
              <a:spcBef>
                <a:spcPts val="600"/>
              </a:spcBef>
              <a:spcAft>
                <a:spcPts val="0"/>
              </a:spcAft>
              <a:buClr>
                <a:schemeClr val="lt1"/>
              </a:buClr>
              <a:buSzPts val="3600"/>
              <a:buFont typeface="Barlow SemiBold"/>
              <a:buChar char="▪"/>
              <a:defRPr sz="3600">
                <a:latin typeface="Barlow SemiBold"/>
                <a:ea typeface="Barlow SemiBold"/>
                <a:cs typeface="Barlow SemiBold"/>
                <a:sym typeface="Barlow SemiBold"/>
              </a:defRPr>
            </a:lvl1pPr>
            <a:lvl2pPr indent="-457200" lvl="1" marL="914400" rtl="0">
              <a:lnSpc>
                <a:spcPct val="100000"/>
              </a:lnSpc>
              <a:spcBef>
                <a:spcPts val="0"/>
              </a:spcBef>
              <a:spcAft>
                <a:spcPts val="0"/>
              </a:spcAft>
              <a:buClr>
                <a:schemeClr val="lt1"/>
              </a:buClr>
              <a:buSzPts val="3600"/>
              <a:buFont typeface="Barlow SemiBold"/>
              <a:buChar char="▫"/>
              <a:defRPr sz="3600">
                <a:latin typeface="Barlow SemiBold"/>
                <a:ea typeface="Barlow SemiBold"/>
                <a:cs typeface="Barlow SemiBold"/>
                <a:sym typeface="Barlow SemiBold"/>
              </a:defRPr>
            </a:lvl2pPr>
            <a:lvl3pPr indent="-457200" lvl="2" marL="13716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3pPr>
            <a:lvl4pPr indent="-457200" lvl="3" marL="18288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4pPr>
            <a:lvl5pPr indent="-457200" lvl="4" marL="22860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5pPr>
            <a:lvl6pPr indent="-457200" lvl="5" marL="27432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6pPr>
            <a:lvl7pPr indent="-457200" lvl="6" marL="32004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7pPr>
            <a:lvl8pPr indent="-457200" lvl="7" marL="36576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8pPr>
            <a:lvl9pPr indent="-457200" lvl="8" marL="41148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9pPr>
          </a:lstStyle>
          <a:p/>
        </p:txBody>
      </p:sp>
      <p:sp>
        <p:nvSpPr>
          <p:cNvPr id="254" name="Google Shape;254;p4"/>
          <p:cNvSpPr txBox="1"/>
          <p:nvPr/>
        </p:nvSpPr>
        <p:spPr>
          <a:xfrm>
            <a:off x="666125" y="574543"/>
            <a:ext cx="666300" cy="65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600">
                <a:solidFill>
                  <a:schemeClr val="lt1"/>
                </a:solidFill>
              </a:rPr>
              <a:t>“</a:t>
            </a:r>
            <a:endParaRPr sz="9600">
              <a:solidFill>
                <a:schemeClr val="lt1"/>
              </a:solidFill>
            </a:endParaRPr>
          </a:p>
        </p:txBody>
      </p:sp>
      <p:sp>
        <p:nvSpPr>
          <p:cNvPr id="255" name="Google Shape;255;p4"/>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56" name="Shape 256"/>
        <p:cNvGrpSpPr/>
        <p:nvPr/>
      </p:nvGrpSpPr>
      <p:grpSpPr>
        <a:xfrm>
          <a:off x="0" y="0"/>
          <a:ext cx="0" cy="0"/>
          <a:chOff x="0" y="0"/>
          <a:chExt cx="0" cy="0"/>
        </a:xfrm>
      </p:grpSpPr>
      <p:sp>
        <p:nvSpPr>
          <p:cNvPr id="257" name="Google Shape;257;p5"/>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58" name="Google Shape;258;p5"/>
          <p:cNvSpPr txBox="1"/>
          <p:nvPr>
            <p:ph idx="1" type="body"/>
          </p:nvPr>
        </p:nvSpPr>
        <p:spPr>
          <a:xfrm>
            <a:off x="1199775" y="1599700"/>
            <a:ext cx="6650700" cy="2886000"/>
          </a:xfrm>
          <a:prstGeom prst="rect">
            <a:avLst/>
          </a:prstGeom>
        </p:spPr>
        <p:txBody>
          <a:bodyPr anchorCtr="0" anchor="t" bIns="0" lIns="0" spcFirstLastPara="1" rIns="0" wrap="square" tIns="0">
            <a:noAutofit/>
          </a:bodyPr>
          <a:lstStyle>
            <a:lvl1pPr indent="-381000" lvl="0" marL="457200" rtl="0">
              <a:spcBef>
                <a:spcPts val="600"/>
              </a:spcBef>
              <a:spcAft>
                <a:spcPts val="0"/>
              </a:spcAft>
              <a:buSzPts val="24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81000" lvl="3" marL="1828800" rtl="0">
              <a:spcBef>
                <a:spcPts val="0"/>
              </a:spcBef>
              <a:spcAft>
                <a:spcPts val="0"/>
              </a:spcAft>
              <a:buSzPts val="2400"/>
              <a:buChar char="▫"/>
              <a:defRPr/>
            </a:lvl4pPr>
            <a:lvl5pPr indent="-381000" lvl="4" marL="2286000" rtl="0">
              <a:spcBef>
                <a:spcPts val="0"/>
              </a:spcBef>
              <a:spcAft>
                <a:spcPts val="0"/>
              </a:spcAft>
              <a:buSzPts val="2400"/>
              <a:buChar char="▫"/>
              <a:defRPr/>
            </a:lvl5pPr>
            <a:lvl6pPr indent="-381000" lvl="5" marL="2743200" rtl="0">
              <a:spcBef>
                <a:spcPts val="0"/>
              </a:spcBef>
              <a:spcAft>
                <a:spcPts val="0"/>
              </a:spcAft>
              <a:buSzPts val="2400"/>
              <a:buChar char="▫"/>
              <a:defRPr/>
            </a:lvl6pPr>
            <a:lvl7pPr indent="-381000" lvl="6" marL="3200400" rtl="0">
              <a:spcBef>
                <a:spcPts val="0"/>
              </a:spcBef>
              <a:spcAft>
                <a:spcPts val="0"/>
              </a:spcAft>
              <a:buSzPts val="2400"/>
              <a:buChar char="▫"/>
              <a:defRPr/>
            </a:lvl7pPr>
            <a:lvl8pPr indent="-381000" lvl="7" marL="3657600" rtl="0">
              <a:spcBef>
                <a:spcPts val="0"/>
              </a:spcBef>
              <a:spcAft>
                <a:spcPts val="0"/>
              </a:spcAft>
              <a:buSzPts val="2400"/>
              <a:buChar char="▫"/>
              <a:defRPr/>
            </a:lvl8pPr>
            <a:lvl9pPr indent="-381000" lvl="8" marL="4114800" rtl="0">
              <a:spcBef>
                <a:spcPts val="0"/>
              </a:spcBef>
              <a:spcAft>
                <a:spcPts val="0"/>
              </a:spcAft>
              <a:buSzPts val="2400"/>
              <a:buChar char="▫"/>
              <a:defRPr/>
            </a:lvl9pPr>
          </a:lstStyle>
          <a:p/>
        </p:txBody>
      </p:sp>
      <p:sp>
        <p:nvSpPr>
          <p:cNvPr id="259" name="Google Shape;259;p5"/>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260" name="Google Shape;260;p5"/>
          <p:cNvGrpSpPr/>
          <p:nvPr/>
        </p:nvGrpSpPr>
        <p:grpSpPr>
          <a:xfrm>
            <a:off x="-207" y="0"/>
            <a:ext cx="9158157" cy="5149835"/>
            <a:chOff x="-207" y="0"/>
            <a:chExt cx="9158157" cy="5149835"/>
          </a:xfrm>
        </p:grpSpPr>
        <p:sp>
          <p:nvSpPr>
            <p:cNvPr id="261" name="Google Shape;261;p5"/>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5"/>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5"/>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4" name="Google Shape;264;p5"/>
            <p:cNvGrpSpPr/>
            <p:nvPr/>
          </p:nvGrpSpPr>
          <p:grpSpPr>
            <a:xfrm>
              <a:off x="-207" y="664293"/>
              <a:ext cx="155867" cy="653721"/>
              <a:chOff x="5385375" y="498300"/>
              <a:chExt cx="802200" cy="556500"/>
            </a:xfrm>
          </p:grpSpPr>
          <p:sp>
            <p:nvSpPr>
              <p:cNvPr id="265" name="Google Shape;265;p5"/>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5"/>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5"/>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 name="Google Shape;268;p5"/>
            <p:cNvGrpSpPr/>
            <p:nvPr/>
          </p:nvGrpSpPr>
          <p:grpSpPr>
            <a:xfrm>
              <a:off x="322384" y="4483463"/>
              <a:ext cx="666347" cy="666373"/>
              <a:chOff x="7134700" y="414375"/>
              <a:chExt cx="501919" cy="501900"/>
            </a:xfrm>
          </p:grpSpPr>
          <p:sp>
            <p:nvSpPr>
              <p:cNvPr id="269" name="Google Shape;269;p5"/>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5"/>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5"/>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5"/>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5"/>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5"/>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5"/>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5"/>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5"/>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5"/>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5"/>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5"/>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5"/>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5"/>
            <p:cNvGrpSpPr/>
            <p:nvPr/>
          </p:nvGrpSpPr>
          <p:grpSpPr>
            <a:xfrm>
              <a:off x="8832384" y="670955"/>
              <a:ext cx="311815" cy="653721"/>
              <a:chOff x="5385375" y="498300"/>
              <a:chExt cx="802200" cy="556500"/>
            </a:xfrm>
          </p:grpSpPr>
          <p:sp>
            <p:nvSpPr>
              <p:cNvPr id="286" name="Google Shape;286;p5"/>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5"/>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9" name="Google Shape;289;p5"/>
          <p:cNvSpPr/>
          <p:nvPr/>
        </p:nvSpPr>
        <p:spPr>
          <a:xfrm>
            <a:off x="705975" y="4423000"/>
            <a:ext cx="351600" cy="72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Image">
  <p:cSld name="TITLE_AND_BODY_1">
    <p:spTree>
      <p:nvGrpSpPr>
        <p:cNvPr id="290" name="Shape 290"/>
        <p:cNvGrpSpPr/>
        <p:nvPr/>
      </p:nvGrpSpPr>
      <p:grpSpPr>
        <a:xfrm>
          <a:off x="0" y="0"/>
          <a:ext cx="0" cy="0"/>
          <a:chOff x="0" y="0"/>
          <a:chExt cx="0" cy="0"/>
        </a:xfrm>
      </p:grpSpPr>
      <p:sp>
        <p:nvSpPr>
          <p:cNvPr id="291" name="Google Shape;291;p6"/>
          <p:cNvSpPr/>
          <p:nvPr/>
        </p:nvSpPr>
        <p:spPr>
          <a:xfrm>
            <a:off x="6100358" y="13"/>
            <a:ext cx="3050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6"/>
          <p:cNvSpPr/>
          <p:nvPr/>
        </p:nvSpPr>
        <p:spPr>
          <a:xfrm>
            <a:off x="322375" y="646500"/>
            <a:ext cx="44706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 name="Google Shape;294;p6"/>
          <p:cNvGrpSpPr/>
          <p:nvPr/>
        </p:nvGrpSpPr>
        <p:grpSpPr>
          <a:xfrm>
            <a:off x="-207" y="646493"/>
            <a:ext cx="155867" cy="653721"/>
            <a:chOff x="5385375" y="498300"/>
            <a:chExt cx="802200" cy="556500"/>
          </a:xfrm>
        </p:grpSpPr>
        <p:sp>
          <p:nvSpPr>
            <p:cNvPr id="295" name="Google Shape;295;p6"/>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6"/>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6"/>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 name="Google Shape;298;p6"/>
          <p:cNvGrpSpPr/>
          <p:nvPr/>
        </p:nvGrpSpPr>
        <p:grpSpPr>
          <a:xfrm>
            <a:off x="5434002" y="4483463"/>
            <a:ext cx="666347" cy="666373"/>
            <a:chOff x="7134700" y="414375"/>
            <a:chExt cx="501919" cy="501900"/>
          </a:xfrm>
        </p:grpSpPr>
        <p:sp>
          <p:nvSpPr>
            <p:cNvPr id="299" name="Google Shape;299;p6"/>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6"/>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6"/>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6"/>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6"/>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6"/>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6"/>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6"/>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6"/>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6"/>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6"/>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6"/>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 name="Google Shape;315;p6"/>
          <p:cNvGrpSpPr/>
          <p:nvPr/>
        </p:nvGrpSpPr>
        <p:grpSpPr>
          <a:xfrm rot="-5400000">
            <a:off x="8018100" y="-167410"/>
            <a:ext cx="318554" cy="653721"/>
            <a:chOff x="5385375" y="498300"/>
            <a:chExt cx="802200" cy="556500"/>
          </a:xfrm>
        </p:grpSpPr>
        <p:sp>
          <p:nvSpPr>
            <p:cNvPr id="316" name="Google Shape;316;p6"/>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6"/>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6"/>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9" name="Google Shape;319;p6"/>
          <p:cNvSpPr txBox="1"/>
          <p:nvPr>
            <p:ph type="title"/>
          </p:nvPr>
        </p:nvSpPr>
        <p:spPr>
          <a:xfrm>
            <a:off x="508700" y="646500"/>
            <a:ext cx="4284300" cy="653700"/>
          </a:xfrm>
          <a:prstGeom prst="rect">
            <a:avLst/>
          </a:prstGeom>
        </p:spPr>
        <p:txBody>
          <a:bodyPr anchorCtr="0" anchor="ctr" bIns="0" lIns="0" spcFirstLastPara="1" rIns="0" wrap="square" tIns="0">
            <a:noAutofit/>
          </a:bodyPr>
          <a:lstStyle>
            <a:lvl1pPr lvl="0" rtl="0">
              <a:lnSpc>
                <a:spcPct val="80000"/>
              </a:lnSpc>
              <a:spcBef>
                <a:spcPts val="0"/>
              </a:spcBef>
              <a:spcAft>
                <a:spcPts val="0"/>
              </a:spcAft>
              <a:buSzPts val="2600"/>
              <a:buNone/>
              <a:defRPr/>
            </a:lvl1pPr>
            <a:lvl2pPr lvl="1" rtl="0">
              <a:lnSpc>
                <a:spcPct val="80000"/>
              </a:lnSpc>
              <a:spcBef>
                <a:spcPts val="0"/>
              </a:spcBef>
              <a:spcAft>
                <a:spcPts val="0"/>
              </a:spcAft>
              <a:buSzPts val="2400"/>
              <a:buNone/>
              <a:defRPr sz="2400"/>
            </a:lvl2pPr>
            <a:lvl3pPr lvl="2" rtl="0">
              <a:lnSpc>
                <a:spcPct val="80000"/>
              </a:lnSpc>
              <a:spcBef>
                <a:spcPts val="0"/>
              </a:spcBef>
              <a:spcAft>
                <a:spcPts val="0"/>
              </a:spcAft>
              <a:buSzPts val="2400"/>
              <a:buNone/>
              <a:defRPr sz="2400"/>
            </a:lvl3pPr>
            <a:lvl4pPr lvl="3" rtl="0">
              <a:lnSpc>
                <a:spcPct val="80000"/>
              </a:lnSpc>
              <a:spcBef>
                <a:spcPts val="0"/>
              </a:spcBef>
              <a:spcAft>
                <a:spcPts val="0"/>
              </a:spcAft>
              <a:buSzPts val="2400"/>
              <a:buNone/>
              <a:defRPr sz="2400"/>
            </a:lvl4pPr>
            <a:lvl5pPr lvl="4" rtl="0">
              <a:lnSpc>
                <a:spcPct val="80000"/>
              </a:lnSpc>
              <a:spcBef>
                <a:spcPts val="0"/>
              </a:spcBef>
              <a:spcAft>
                <a:spcPts val="0"/>
              </a:spcAft>
              <a:buSzPts val="2400"/>
              <a:buNone/>
              <a:defRPr sz="2400"/>
            </a:lvl5pPr>
            <a:lvl6pPr lvl="5" rtl="0">
              <a:lnSpc>
                <a:spcPct val="80000"/>
              </a:lnSpc>
              <a:spcBef>
                <a:spcPts val="0"/>
              </a:spcBef>
              <a:spcAft>
                <a:spcPts val="0"/>
              </a:spcAft>
              <a:buSzPts val="2400"/>
              <a:buNone/>
              <a:defRPr sz="2400"/>
            </a:lvl6pPr>
            <a:lvl7pPr lvl="6" rtl="0">
              <a:lnSpc>
                <a:spcPct val="80000"/>
              </a:lnSpc>
              <a:spcBef>
                <a:spcPts val="0"/>
              </a:spcBef>
              <a:spcAft>
                <a:spcPts val="0"/>
              </a:spcAft>
              <a:buSzPts val="2400"/>
              <a:buNone/>
              <a:defRPr sz="2400"/>
            </a:lvl7pPr>
            <a:lvl8pPr lvl="7" rtl="0">
              <a:lnSpc>
                <a:spcPct val="80000"/>
              </a:lnSpc>
              <a:spcBef>
                <a:spcPts val="0"/>
              </a:spcBef>
              <a:spcAft>
                <a:spcPts val="0"/>
              </a:spcAft>
              <a:buSzPts val="2400"/>
              <a:buNone/>
              <a:defRPr sz="2400"/>
            </a:lvl8pPr>
            <a:lvl9pPr lvl="8" rtl="0">
              <a:lnSpc>
                <a:spcPct val="80000"/>
              </a:lnSpc>
              <a:spcBef>
                <a:spcPts val="0"/>
              </a:spcBef>
              <a:spcAft>
                <a:spcPts val="0"/>
              </a:spcAft>
              <a:buSzPts val="2400"/>
              <a:buNone/>
              <a:defRPr sz="2400"/>
            </a:lvl9pPr>
          </a:lstStyle>
          <a:p/>
        </p:txBody>
      </p:sp>
      <p:sp>
        <p:nvSpPr>
          <p:cNvPr id="320" name="Google Shape;320;p6"/>
          <p:cNvSpPr txBox="1"/>
          <p:nvPr>
            <p:ph idx="1" type="body"/>
          </p:nvPr>
        </p:nvSpPr>
        <p:spPr>
          <a:xfrm>
            <a:off x="508700" y="1599700"/>
            <a:ext cx="4284300" cy="2886000"/>
          </a:xfrm>
          <a:prstGeom prst="rect">
            <a:avLst/>
          </a:prstGeom>
        </p:spPr>
        <p:txBody>
          <a:bodyPr anchorCtr="0" anchor="t" bIns="0" lIns="0" spcFirstLastPara="1" rIns="0" wrap="square" tIns="0">
            <a:noAutofit/>
          </a:bodyPr>
          <a:lstStyle>
            <a:lvl1pPr indent="-381000" lvl="0" marL="457200" rtl="0">
              <a:spcBef>
                <a:spcPts val="600"/>
              </a:spcBef>
              <a:spcAft>
                <a:spcPts val="0"/>
              </a:spcAft>
              <a:buSzPts val="24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81000" lvl="3" marL="1828800" rtl="0">
              <a:spcBef>
                <a:spcPts val="0"/>
              </a:spcBef>
              <a:spcAft>
                <a:spcPts val="0"/>
              </a:spcAft>
              <a:buSzPts val="2400"/>
              <a:buChar char="▫"/>
              <a:defRPr/>
            </a:lvl4pPr>
            <a:lvl5pPr indent="-381000" lvl="4" marL="2286000" rtl="0">
              <a:spcBef>
                <a:spcPts val="0"/>
              </a:spcBef>
              <a:spcAft>
                <a:spcPts val="0"/>
              </a:spcAft>
              <a:buSzPts val="2400"/>
              <a:buChar char="▫"/>
              <a:defRPr/>
            </a:lvl5pPr>
            <a:lvl6pPr indent="-381000" lvl="5" marL="2743200" rtl="0">
              <a:spcBef>
                <a:spcPts val="0"/>
              </a:spcBef>
              <a:spcAft>
                <a:spcPts val="0"/>
              </a:spcAft>
              <a:buSzPts val="2400"/>
              <a:buChar char="▫"/>
              <a:defRPr/>
            </a:lvl6pPr>
            <a:lvl7pPr indent="-381000" lvl="6" marL="3200400" rtl="0">
              <a:spcBef>
                <a:spcPts val="0"/>
              </a:spcBef>
              <a:spcAft>
                <a:spcPts val="0"/>
              </a:spcAft>
              <a:buSzPts val="2400"/>
              <a:buChar char="▫"/>
              <a:defRPr/>
            </a:lvl7pPr>
            <a:lvl8pPr indent="-381000" lvl="7" marL="3657600" rtl="0">
              <a:spcBef>
                <a:spcPts val="0"/>
              </a:spcBef>
              <a:spcAft>
                <a:spcPts val="0"/>
              </a:spcAft>
              <a:buSzPts val="2400"/>
              <a:buChar char="▫"/>
              <a:defRPr/>
            </a:lvl8pPr>
            <a:lvl9pPr indent="-381000" lvl="8" marL="4114800" rtl="0">
              <a:spcBef>
                <a:spcPts val="0"/>
              </a:spcBef>
              <a:spcAft>
                <a:spcPts val="0"/>
              </a:spcAft>
              <a:buSzPts val="2400"/>
              <a:buChar char="▫"/>
              <a:defRPr/>
            </a:lvl9pPr>
          </a:lstStyle>
          <a:p/>
        </p:txBody>
      </p:sp>
      <p:sp>
        <p:nvSpPr>
          <p:cNvPr id="321" name="Google Shape;321;p6"/>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22" name="Shape 322"/>
        <p:cNvGrpSpPr/>
        <p:nvPr/>
      </p:nvGrpSpPr>
      <p:grpSpPr>
        <a:xfrm>
          <a:off x="0" y="0"/>
          <a:ext cx="0" cy="0"/>
          <a:chOff x="0" y="0"/>
          <a:chExt cx="0" cy="0"/>
        </a:xfrm>
      </p:grpSpPr>
      <p:grpSp>
        <p:nvGrpSpPr>
          <p:cNvPr id="323" name="Google Shape;323;p7"/>
          <p:cNvGrpSpPr/>
          <p:nvPr/>
        </p:nvGrpSpPr>
        <p:grpSpPr>
          <a:xfrm>
            <a:off x="-207" y="0"/>
            <a:ext cx="9158157" cy="5149835"/>
            <a:chOff x="-207" y="0"/>
            <a:chExt cx="9158157" cy="5149835"/>
          </a:xfrm>
        </p:grpSpPr>
        <p:sp>
          <p:nvSpPr>
            <p:cNvPr id="324" name="Google Shape;324;p7"/>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7"/>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7"/>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7"/>
            <p:cNvGrpSpPr/>
            <p:nvPr/>
          </p:nvGrpSpPr>
          <p:grpSpPr>
            <a:xfrm>
              <a:off x="-207" y="664293"/>
              <a:ext cx="155867" cy="653721"/>
              <a:chOff x="5385375" y="498300"/>
              <a:chExt cx="802200" cy="556500"/>
            </a:xfrm>
          </p:grpSpPr>
          <p:sp>
            <p:nvSpPr>
              <p:cNvPr id="328" name="Google Shape;328;p7"/>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 name="Google Shape;331;p7"/>
            <p:cNvGrpSpPr/>
            <p:nvPr/>
          </p:nvGrpSpPr>
          <p:grpSpPr>
            <a:xfrm>
              <a:off x="322384" y="4483463"/>
              <a:ext cx="666347" cy="666373"/>
              <a:chOff x="7134700" y="414375"/>
              <a:chExt cx="501919" cy="501900"/>
            </a:xfrm>
          </p:grpSpPr>
          <p:sp>
            <p:nvSpPr>
              <p:cNvPr id="332" name="Google Shape;332;p7"/>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7"/>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7"/>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7"/>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7"/>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7"/>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7"/>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7"/>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7"/>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7"/>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7"/>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7"/>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7"/>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7"/>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 name="Google Shape;348;p7"/>
            <p:cNvGrpSpPr/>
            <p:nvPr/>
          </p:nvGrpSpPr>
          <p:grpSpPr>
            <a:xfrm>
              <a:off x="8832384" y="670955"/>
              <a:ext cx="311815" cy="653721"/>
              <a:chOff x="5385375" y="498300"/>
              <a:chExt cx="802200" cy="556500"/>
            </a:xfrm>
          </p:grpSpPr>
          <p:sp>
            <p:nvSpPr>
              <p:cNvPr id="349" name="Google Shape;349;p7"/>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7"/>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7"/>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2" name="Google Shape;352;p7"/>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53" name="Google Shape;353;p7"/>
          <p:cNvSpPr txBox="1"/>
          <p:nvPr>
            <p:ph idx="1" type="body"/>
          </p:nvPr>
        </p:nvSpPr>
        <p:spPr>
          <a:xfrm>
            <a:off x="1172650" y="1599700"/>
            <a:ext cx="3447300" cy="2890200"/>
          </a:xfrm>
          <a:prstGeom prst="rect">
            <a:avLst/>
          </a:prstGeom>
        </p:spPr>
        <p:txBody>
          <a:bodyPr anchorCtr="0" anchor="t" bIns="0" lIns="0" spcFirstLastPara="1" rIns="0" wrap="square" tIns="0">
            <a:noAutofit/>
          </a:bodyPr>
          <a:lstStyle>
            <a:lvl1pPr indent="-355600" lvl="0" marL="457200" rtl="0">
              <a:spcBef>
                <a:spcPts val="600"/>
              </a:spcBef>
              <a:spcAft>
                <a:spcPts val="0"/>
              </a:spcAft>
              <a:buSzPts val="2000"/>
              <a:buChar char="▪"/>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354" name="Google Shape;354;p7"/>
          <p:cNvSpPr txBox="1"/>
          <p:nvPr>
            <p:ph idx="2" type="body"/>
          </p:nvPr>
        </p:nvSpPr>
        <p:spPr>
          <a:xfrm>
            <a:off x="5056888" y="1599700"/>
            <a:ext cx="3447300" cy="2890200"/>
          </a:xfrm>
          <a:prstGeom prst="rect">
            <a:avLst/>
          </a:prstGeom>
        </p:spPr>
        <p:txBody>
          <a:bodyPr anchorCtr="0" anchor="t" bIns="0" lIns="0" spcFirstLastPara="1" rIns="0" wrap="square" tIns="0">
            <a:noAutofit/>
          </a:bodyPr>
          <a:lstStyle>
            <a:lvl1pPr indent="-355600" lvl="0" marL="457200" rtl="0">
              <a:spcBef>
                <a:spcPts val="600"/>
              </a:spcBef>
              <a:spcAft>
                <a:spcPts val="0"/>
              </a:spcAft>
              <a:buSzPts val="2000"/>
              <a:buChar char="▪"/>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355" name="Google Shape;355;p7"/>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356" name="Shape 356"/>
        <p:cNvGrpSpPr/>
        <p:nvPr/>
      </p:nvGrpSpPr>
      <p:grpSpPr>
        <a:xfrm>
          <a:off x="0" y="0"/>
          <a:ext cx="0" cy="0"/>
          <a:chOff x="0" y="0"/>
          <a:chExt cx="0" cy="0"/>
        </a:xfrm>
      </p:grpSpPr>
      <p:grpSp>
        <p:nvGrpSpPr>
          <p:cNvPr id="357" name="Google Shape;357;p8"/>
          <p:cNvGrpSpPr/>
          <p:nvPr/>
        </p:nvGrpSpPr>
        <p:grpSpPr>
          <a:xfrm>
            <a:off x="-207" y="0"/>
            <a:ext cx="9158157" cy="5149835"/>
            <a:chOff x="-207" y="0"/>
            <a:chExt cx="9158157" cy="5149835"/>
          </a:xfrm>
        </p:grpSpPr>
        <p:sp>
          <p:nvSpPr>
            <p:cNvPr id="358" name="Google Shape;358;p8"/>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1" name="Google Shape;361;p8"/>
            <p:cNvGrpSpPr/>
            <p:nvPr/>
          </p:nvGrpSpPr>
          <p:grpSpPr>
            <a:xfrm>
              <a:off x="-207" y="664293"/>
              <a:ext cx="155867" cy="653721"/>
              <a:chOff x="5385375" y="498300"/>
              <a:chExt cx="802200" cy="556500"/>
            </a:xfrm>
          </p:grpSpPr>
          <p:sp>
            <p:nvSpPr>
              <p:cNvPr id="362" name="Google Shape;362;p8"/>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 name="Google Shape;365;p8"/>
            <p:cNvGrpSpPr/>
            <p:nvPr/>
          </p:nvGrpSpPr>
          <p:grpSpPr>
            <a:xfrm>
              <a:off x="322384" y="4483463"/>
              <a:ext cx="666347" cy="666373"/>
              <a:chOff x="7134700" y="414375"/>
              <a:chExt cx="501919" cy="501900"/>
            </a:xfrm>
          </p:grpSpPr>
          <p:sp>
            <p:nvSpPr>
              <p:cNvPr id="366" name="Google Shape;366;p8"/>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8"/>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8"/>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8"/>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8"/>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8"/>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8"/>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8"/>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8"/>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8"/>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8"/>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 name="Google Shape;382;p8"/>
            <p:cNvGrpSpPr/>
            <p:nvPr/>
          </p:nvGrpSpPr>
          <p:grpSpPr>
            <a:xfrm>
              <a:off x="8832384" y="670955"/>
              <a:ext cx="311815" cy="653721"/>
              <a:chOff x="5385375" y="498300"/>
              <a:chExt cx="802200" cy="556500"/>
            </a:xfrm>
          </p:grpSpPr>
          <p:sp>
            <p:nvSpPr>
              <p:cNvPr id="383" name="Google Shape;383;p8"/>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8"/>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8"/>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6" name="Google Shape;386;p8"/>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87" name="Google Shape;387;p8"/>
          <p:cNvSpPr txBox="1"/>
          <p:nvPr>
            <p:ph idx="1" type="body"/>
          </p:nvPr>
        </p:nvSpPr>
        <p:spPr>
          <a:xfrm>
            <a:off x="1165875" y="1599700"/>
            <a:ext cx="2257200" cy="28902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388" name="Google Shape;388;p8"/>
          <p:cNvSpPr txBox="1"/>
          <p:nvPr>
            <p:ph idx="2" type="body"/>
          </p:nvPr>
        </p:nvSpPr>
        <p:spPr>
          <a:xfrm>
            <a:off x="3706438" y="1599700"/>
            <a:ext cx="2257200" cy="28902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389" name="Google Shape;389;p8"/>
          <p:cNvSpPr txBox="1"/>
          <p:nvPr>
            <p:ph idx="3" type="body"/>
          </p:nvPr>
        </p:nvSpPr>
        <p:spPr>
          <a:xfrm>
            <a:off x="6247001" y="1599700"/>
            <a:ext cx="2257200" cy="28902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390" name="Google Shape;390;p8"/>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1" name="Shape 391"/>
        <p:cNvGrpSpPr/>
        <p:nvPr/>
      </p:nvGrpSpPr>
      <p:grpSpPr>
        <a:xfrm>
          <a:off x="0" y="0"/>
          <a:ext cx="0" cy="0"/>
          <a:chOff x="0" y="0"/>
          <a:chExt cx="0" cy="0"/>
        </a:xfrm>
      </p:grpSpPr>
      <p:grpSp>
        <p:nvGrpSpPr>
          <p:cNvPr id="392" name="Google Shape;392;p9"/>
          <p:cNvGrpSpPr/>
          <p:nvPr/>
        </p:nvGrpSpPr>
        <p:grpSpPr>
          <a:xfrm>
            <a:off x="-207" y="0"/>
            <a:ext cx="9158157" cy="5149835"/>
            <a:chOff x="-207" y="0"/>
            <a:chExt cx="9158157" cy="5149835"/>
          </a:xfrm>
        </p:grpSpPr>
        <p:sp>
          <p:nvSpPr>
            <p:cNvPr id="393" name="Google Shape;393;p9"/>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9"/>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6" name="Google Shape;396;p9"/>
            <p:cNvGrpSpPr/>
            <p:nvPr/>
          </p:nvGrpSpPr>
          <p:grpSpPr>
            <a:xfrm>
              <a:off x="-207" y="664293"/>
              <a:ext cx="155867" cy="653721"/>
              <a:chOff x="5385375" y="498300"/>
              <a:chExt cx="802200" cy="556500"/>
            </a:xfrm>
          </p:grpSpPr>
          <p:sp>
            <p:nvSpPr>
              <p:cNvPr id="397" name="Google Shape;397;p9"/>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9"/>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9"/>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 name="Google Shape;400;p9"/>
            <p:cNvGrpSpPr/>
            <p:nvPr/>
          </p:nvGrpSpPr>
          <p:grpSpPr>
            <a:xfrm>
              <a:off x="322384" y="4483463"/>
              <a:ext cx="666347" cy="666373"/>
              <a:chOff x="7134700" y="414375"/>
              <a:chExt cx="501919" cy="501900"/>
            </a:xfrm>
          </p:grpSpPr>
          <p:sp>
            <p:nvSpPr>
              <p:cNvPr id="401" name="Google Shape;401;p9"/>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9"/>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9"/>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9"/>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9"/>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9"/>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9"/>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9"/>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9"/>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9"/>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9"/>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9"/>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9"/>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9"/>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9"/>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 name="Google Shape;417;p9"/>
            <p:cNvGrpSpPr/>
            <p:nvPr/>
          </p:nvGrpSpPr>
          <p:grpSpPr>
            <a:xfrm>
              <a:off x="8832384" y="670955"/>
              <a:ext cx="311815" cy="653721"/>
              <a:chOff x="5385375" y="498300"/>
              <a:chExt cx="802200" cy="556500"/>
            </a:xfrm>
          </p:grpSpPr>
          <p:sp>
            <p:nvSpPr>
              <p:cNvPr id="418" name="Google Shape;418;p9"/>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9"/>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9"/>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21" name="Google Shape;421;p9"/>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22" name="Google Shape;422;p9"/>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3" name="Shape 423"/>
        <p:cNvGrpSpPr/>
        <p:nvPr/>
      </p:nvGrpSpPr>
      <p:grpSpPr>
        <a:xfrm>
          <a:off x="0" y="0"/>
          <a:ext cx="0" cy="0"/>
          <a:chOff x="0" y="0"/>
          <a:chExt cx="0" cy="0"/>
        </a:xfrm>
      </p:grpSpPr>
      <p:sp>
        <p:nvSpPr>
          <p:cNvPr id="424" name="Google Shape;424;p10"/>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0"/>
          <p:cNvSpPr/>
          <p:nvPr/>
        </p:nvSpPr>
        <p:spPr>
          <a:xfrm>
            <a:off x="0" y="0"/>
            <a:ext cx="6537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0"/>
          <p:cNvSpPr/>
          <p:nvPr/>
        </p:nvSpPr>
        <p:spPr>
          <a:xfrm>
            <a:off x="322375" y="4489799"/>
            <a:ext cx="7524000" cy="331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7" name="Google Shape;427;p10"/>
          <p:cNvGrpSpPr/>
          <p:nvPr/>
        </p:nvGrpSpPr>
        <p:grpSpPr>
          <a:xfrm>
            <a:off x="-207" y="664293"/>
            <a:ext cx="155867" cy="653721"/>
            <a:chOff x="5385375" y="498300"/>
            <a:chExt cx="802200" cy="556500"/>
          </a:xfrm>
        </p:grpSpPr>
        <p:sp>
          <p:nvSpPr>
            <p:cNvPr id="428" name="Google Shape;428;p10"/>
            <p:cNvSpPr/>
            <p:nvPr/>
          </p:nvSpPr>
          <p:spPr>
            <a:xfrm>
              <a:off x="5385375" y="4983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0"/>
            <p:cNvSpPr/>
            <p:nvPr/>
          </p:nvSpPr>
          <p:spPr>
            <a:xfrm>
              <a:off x="5385375" y="7269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0"/>
            <p:cNvSpPr/>
            <p:nvPr/>
          </p:nvSpPr>
          <p:spPr>
            <a:xfrm>
              <a:off x="5385375" y="9555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 name="Google Shape;431;p10"/>
          <p:cNvGrpSpPr/>
          <p:nvPr/>
        </p:nvGrpSpPr>
        <p:grpSpPr>
          <a:xfrm>
            <a:off x="322384" y="657975"/>
            <a:ext cx="666347" cy="666373"/>
            <a:chOff x="7134700" y="414375"/>
            <a:chExt cx="501919" cy="501900"/>
          </a:xfrm>
        </p:grpSpPr>
        <p:sp>
          <p:nvSpPr>
            <p:cNvPr id="432" name="Google Shape;432;p10"/>
            <p:cNvSpPr/>
            <p:nvPr/>
          </p:nvSpPr>
          <p:spPr>
            <a:xfrm>
              <a:off x="71347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0"/>
            <p:cNvSpPr/>
            <p:nvPr/>
          </p:nvSpPr>
          <p:spPr>
            <a:xfrm>
              <a:off x="72871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0"/>
            <p:cNvSpPr/>
            <p:nvPr/>
          </p:nvSpPr>
          <p:spPr>
            <a:xfrm>
              <a:off x="74395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0"/>
            <p:cNvSpPr/>
            <p:nvPr/>
          </p:nvSpPr>
          <p:spPr>
            <a:xfrm>
              <a:off x="71347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0"/>
            <p:cNvSpPr/>
            <p:nvPr/>
          </p:nvSpPr>
          <p:spPr>
            <a:xfrm>
              <a:off x="72871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0"/>
            <p:cNvSpPr/>
            <p:nvPr/>
          </p:nvSpPr>
          <p:spPr>
            <a:xfrm>
              <a:off x="74395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0"/>
            <p:cNvSpPr/>
            <p:nvPr/>
          </p:nvSpPr>
          <p:spPr>
            <a:xfrm>
              <a:off x="71347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0"/>
            <p:cNvSpPr/>
            <p:nvPr/>
          </p:nvSpPr>
          <p:spPr>
            <a:xfrm>
              <a:off x="72871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0"/>
            <p:cNvSpPr/>
            <p:nvPr/>
          </p:nvSpPr>
          <p:spPr>
            <a:xfrm>
              <a:off x="74395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0"/>
            <p:cNvSpPr/>
            <p:nvPr/>
          </p:nvSpPr>
          <p:spPr>
            <a:xfrm>
              <a:off x="71347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0"/>
            <p:cNvSpPr/>
            <p:nvPr/>
          </p:nvSpPr>
          <p:spPr>
            <a:xfrm>
              <a:off x="72871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0"/>
            <p:cNvSpPr/>
            <p:nvPr/>
          </p:nvSpPr>
          <p:spPr>
            <a:xfrm>
              <a:off x="74395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0"/>
            <p:cNvSpPr/>
            <p:nvPr/>
          </p:nvSpPr>
          <p:spPr>
            <a:xfrm>
              <a:off x="75919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0"/>
            <p:cNvSpPr/>
            <p:nvPr/>
          </p:nvSpPr>
          <p:spPr>
            <a:xfrm>
              <a:off x="75919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0"/>
            <p:cNvSpPr/>
            <p:nvPr/>
          </p:nvSpPr>
          <p:spPr>
            <a:xfrm>
              <a:off x="75919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0"/>
            <p:cNvSpPr/>
            <p:nvPr/>
          </p:nvSpPr>
          <p:spPr>
            <a:xfrm>
              <a:off x="7591919"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 name="Google Shape;448;p10"/>
          <p:cNvGrpSpPr/>
          <p:nvPr/>
        </p:nvGrpSpPr>
        <p:grpSpPr>
          <a:xfrm>
            <a:off x="8832384" y="670955"/>
            <a:ext cx="311815" cy="653721"/>
            <a:chOff x="5385375" y="498300"/>
            <a:chExt cx="802200" cy="556500"/>
          </a:xfrm>
        </p:grpSpPr>
        <p:sp>
          <p:nvSpPr>
            <p:cNvPr id="449" name="Google Shape;449;p10"/>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0"/>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0"/>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2" name="Google Shape;452;p10"/>
          <p:cNvSpPr txBox="1"/>
          <p:nvPr>
            <p:ph idx="1" type="body"/>
          </p:nvPr>
        </p:nvSpPr>
        <p:spPr>
          <a:xfrm>
            <a:off x="650725" y="4489800"/>
            <a:ext cx="7195800" cy="331200"/>
          </a:xfrm>
          <a:prstGeom prst="rect">
            <a:avLst/>
          </a:prstGeom>
        </p:spPr>
        <p:txBody>
          <a:bodyPr anchorCtr="0" anchor="ctr" bIns="0" lIns="0" spcFirstLastPara="1" rIns="0" wrap="square" tIns="0">
            <a:noAutofit/>
          </a:bodyPr>
          <a:lstStyle>
            <a:lvl1pPr indent="-228600" lvl="0" marL="457200" rtl="0">
              <a:spcBef>
                <a:spcPts val="360"/>
              </a:spcBef>
              <a:spcAft>
                <a:spcPts val="0"/>
              </a:spcAft>
              <a:buSzPts val="1400"/>
              <a:buNone/>
              <a:defRPr sz="1400"/>
            </a:lvl1pPr>
          </a:lstStyle>
          <a:p/>
        </p:txBody>
      </p:sp>
      <p:sp>
        <p:nvSpPr>
          <p:cNvPr id="453" name="Google Shape;453;p10"/>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variant 1" type="blank">
  <p:cSld name="BLANK">
    <p:spTree>
      <p:nvGrpSpPr>
        <p:cNvPr id="454" name="Shape 454"/>
        <p:cNvGrpSpPr/>
        <p:nvPr/>
      </p:nvGrpSpPr>
      <p:grpSpPr>
        <a:xfrm>
          <a:off x="0" y="0"/>
          <a:ext cx="0" cy="0"/>
          <a:chOff x="0" y="0"/>
          <a:chExt cx="0" cy="0"/>
        </a:xfrm>
      </p:grpSpPr>
      <p:grpSp>
        <p:nvGrpSpPr>
          <p:cNvPr id="455" name="Google Shape;455;p11"/>
          <p:cNvGrpSpPr/>
          <p:nvPr/>
        </p:nvGrpSpPr>
        <p:grpSpPr>
          <a:xfrm>
            <a:off x="-207" y="0"/>
            <a:ext cx="9158157" cy="5149835"/>
            <a:chOff x="-207" y="0"/>
            <a:chExt cx="9158157" cy="5149835"/>
          </a:xfrm>
        </p:grpSpPr>
        <p:sp>
          <p:nvSpPr>
            <p:cNvPr id="456" name="Google Shape;456;p11"/>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1"/>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8" name="Google Shape;458;p11"/>
            <p:cNvGrpSpPr/>
            <p:nvPr/>
          </p:nvGrpSpPr>
          <p:grpSpPr>
            <a:xfrm>
              <a:off x="-207" y="664293"/>
              <a:ext cx="155867" cy="653721"/>
              <a:chOff x="5385375" y="498300"/>
              <a:chExt cx="802200" cy="556500"/>
            </a:xfrm>
          </p:grpSpPr>
          <p:sp>
            <p:nvSpPr>
              <p:cNvPr id="459" name="Google Shape;459;p11"/>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1"/>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 name="Google Shape;462;p11"/>
            <p:cNvGrpSpPr/>
            <p:nvPr/>
          </p:nvGrpSpPr>
          <p:grpSpPr>
            <a:xfrm>
              <a:off x="322384" y="4483463"/>
              <a:ext cx="666347" cy="666373"/>
              <a:chOff x="7134700" y="414375"/>
              <a:chExt cx="501919" cy="501900"/>
            </a:xfrm>
          </p:grpSpPr>
          <p:sp>
            <p:nvSpPr>
              <p:cNvPr id="463" name="Google Shape;463;p11"/>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1"/>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1"/>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1"/>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1"/>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1"/>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1"/>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1"/>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1"/>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1"/>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1"/>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1"/>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1"/>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 name="Google Shape;479;p11"/>
            <p:cNvGrpSpPr/>
            <p:nvPr/>
          </p:nvGrpSpPr>
          <p:grpSpPr>
            <a:xfrm>
              <a:off x="8832384" y="670955"/>
              <a:ext cx="311815" cy="653721"/>
              <a:chOff x="5385375" y="498300"/>
              <a:chExt cx="802200" cy="556500"/>
            </a:xfrm>
          </p:grpSpPr>
          <p:sp>
            <p:nvSpPr>
              <p:cNvPr id="480" name="Google Shape;480;p11"/>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1"/>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1"/>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83" name="Google Shape;483;p11"/>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variant 2">
  <p:cSld name="BLANK_1">
    <p:spTree>
      <p:nvGrpSpPr>
        <p:cNvPr id="484" name="Shape 484"/>
        <p:cNvGrpSpPr/>
        <p:nvPr/>
      </p:nvGrpSpPr>
      <p:grpSpPr>
        <a:xfrm>
          <a:off x="0" y="0"/>
          <a:ext cx="0" cy="0"/>
          <a:chOff x="0" y="0"/>
          <a:chExt cx="0" cy="0"/>
        </a:xfrm>
      </p:grpSpPr>
      <p:sp>
        <p:nvSpPr>
          <p:cNvPr id="485" name="Google Shape;485;p12"/>
          <p:cNvSpPr/>
          <p:nvPr/>
        </p:nvSpPr>
        <p:spPr>
          <a:xfrm>
            <a:off x="8490504" y="4489800"/>
            <a:ext cx="653700" cy="653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2"/>
          <p:cNvSpPr/>
          <p:nvPr/>
        </p:nvSpPr>
        <p:spPr>
          <a:xfrm>
            <a:off x="0" y="0"/>
            <a:ext cx="6537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7" name="Google Shape;487;p12"/>
          <p:cNvGrpSpPr/>
          <p:nvPr/>
        </p:nvGrpSpPr>
        <p:grpSpPr>
          <a:xfrm>
            <a:off x="-207" y="664293"/>
            <a:ext cx="155867" cy="653721"/>
            <a:chOff x="5385375" y="498300"/>
            <a:chExt cx="802200" cy="556500"/>
          </a:xfrm>
        </p:grpSpPr>
        <p:sp>
          <p:nvSpPr>
            <p:cNvPr id="488" name="Google Shape;488;p12"/>
            <p:cNvSpPr/>
            <p:nvPr/>
          </p:nvSpPr>
          <p:spPr>
            <a:xfrm>
              <a:off x="5385375" y="4983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2"/>
            <p:cNvSpPr/>
            <p:nvPr/>
          </p:nvSpPr>
          <p:spPr>
            <a:xfrm>
              <a:off x="5385375" y="7269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2"/>
            <p:cNvSpPr/>
            <p:nvPr/>
          </p:nvSpPr>
          <p:spPr>
            <a:xfrm>
              <a:off x="5385375" y="9555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12"/>
          <p:cNvGrpSpPr/>
          <p:nvPr/>
        </p:nvGrpSpPr>
        <p:grpSpPr>
          <a:xfrm>
            <a:off x="322384" y="657975"/>
            <a:ext cx="666347" cy="666373"/>
            <a:chOff x="7134700" y="414375"/>
            <a:chExt cx="501919" cy="501900"/>
          </a:xfrm>
        </p:grpSpPr>
        <p:sp>
          <p:nvSpPr>
            <p:cNvPr id="492" name="Google Shape;492;p12"/>
            <p:cNvSpPr/>
            <p:nvPr/>
          </p:nvSpPr>
          <p:spPr>
            <a:xfrm>
              <a:off x="71347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2"/>
            <p:cNvSpPr/>
            <p:nvPr/>
          </p:nvSpPr>
          <p:spPr>
            <a:xfrm>
              <a:off x="72871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2"/>
            <p:cNvSpPr/>
            <p:nvPr/>
          </p:nvSpPr>
          <p:spPr>
            <a:xfrm>
              <a:off x="74395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2"/>
            <p:cNvSpPr/>
            <p:nvPr/>
          </p:nvSpPr>
          <p:spPr>
            <a:xfrm>
              <a:off x="71347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2"/>
            <p:cNvSpPr/>
            <p:nvPr/>
          </p:nvSpPr>
          <p:spPr>
            <a:xfrm>
              <a:off x="72871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2"/>
            <p:cNvSpPr/>
            <p:nvPr/>
          </p:nvSpPr>
          <p:spPr>
            <a:xfrm>
              <a:off x="74395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2"/>
            <p:cNvSpPr/>
            <p:nvPr/>
          </p:nvSpPr>
          <p:spPr>
            <a:xfrm>
              <a:off x="71347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2"/>
            <p:cNvSpPr/>
            <p:nvPr/>
          </p:nvSpPr>
          <p:spPr>
            <a:xfrm>
              <a:off x="72871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2"/>
            <p:cNvSpPr/>
            <p:nvPr/>
          </p:nvSpPr>
          <p:spPr>
            <a:xfrm>
              <a:off x="74395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2"/>
            <p:cNvSpPr/>
            <p:nvPr/>
          </p:nvSpPr>
          <p:spPr>
            <a:xfrm>
              <a:off x="71347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2"/>
            <p:cNvSpPr/>
            <p:nvPr/>
          </p:nvSpPr>
          <p:spPr>
            <a:xfrm>
              <a:off x="72871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2"/>
            <p:cNvSpPr/>
            <p:nvPr/>
          </p:nvSpPr>
          <p:spPr>
            <a:xfrm>
              <a:off x="74395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2"/>
            <p:cNvSpPr/>
            <p:nvPr/>
          </p:nvSpPr>
          <p:spPr>
            <a:xfrm>
              <a:off x="75919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2"/>
            <p:cNvSpPr/>
            <p:nvPr/>
          </p:nvSpPr>
          <p:spPr>
            <a:xfrm>
              <a:off x="75919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2"/>
            <p:cNvSpPr/>
            <p:nvPr/>
          </p:nvSpPr>
          <p:spPr>
            <a:xfrm>
              <a:off x="75919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2"/>
            <p:cNvSpPr/>
            <p:nvPr/>
          </p:nvSpPr>
          <p:spPr>
            <a:xfrm>
              <a:off x="7591919"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 name="Google Shape;508;p12"/>
          <p:cNvGrpSpPr/>
          <p:nvPr/>
        </p:nvGrpSpPr>
        <p:grpSpPr>
          <a:xfrm>
            <a:off x="8832384" y="670955"/>
            <a:ext cx="311815" cy="653721"/>
            <a:chOff x="5385375" y="498300"/>
            <a:chExt cx="802200" cy="556500"/>
          </a:xfrm>
        </p:grpSpPr>
        <p:sp>
          <p:nvSpPr>
            <p:cNvPr id="509" name="Google Shape;509;p12"/>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2"/>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2"/>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2" name="Google Shape;512;p12"/>
          <p:cNvSpPr txBox="1"/>
          <p:nvPr>
            <p:ph idx="12" type="sldNum"/>
          </p:nvPr>
        </p:nvSpPr>
        <p:spPr>
          <a:xfrm>
            <a:off x="8490504" y="4489800"/>
            <a:ext cx="653700" cy="653700"/>
          </a:xfrm>
          <a:prstGeom prst="rect">
            <a:avLst/>
          </a:prstGeom>
        </p:spPr>
        <p:txBody>
          <a:bodyPr anchorCtr="0" anchor="ctr" bIns="0" lIns="0" spcFirstLastPara="1" rIns="0" wrap="square" tIns="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61100" y="664300"/>
            <a:ext cx="7843200" cy="653700"/>
          </a:xfrm>
          <a:prstGeom prst="rect">
            <a:avLst/>
          </a:prstGeom>
          <a:noFill/>
          <a:ln>
            <a:noFill/>
          </a:ln>
        </p:spPr>
        <p:txBody>
          <a:bodyPr anchorCtr="0" anchor="ctr" bIns="0" lIns="0" spcFirstLastPara="1" rIns="0" wrap="square" tIns="0">
            <a:noAutofit/>
          </a:bodyPr>
          <a:lstStyle>
            <a:lvl1pPr lvl="0"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1pPr>
            <a:lvl2pPr lvl="1"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2pPr>
            <a:lvl3pPr lvl="2"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3pPr>
            <a:lvl4pPr lvl="3"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4pPr>
            <a:lvl5pPr lvl="4"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5pPr>
            <a:lvl6pPr lvl="5"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6pPr>
            <a:lvl7pPr lvl="6"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7pPr>
            <a:lvl8pPr lvl="7"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8pPr>
            <a:lvl9pPr lvl="8"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9pPr>
          </a:lstStyle>
          <a:p/>
        </p:txBody>
      </p:sp>
      <p:sp>
        <p:nvSpPr>
          <p:cNvPr id="7" name="Google Shape;7;p1"/>
          <p:cNvSpPr txBox="1"/>
          <p:nvPr>
            <p:ph idx="1" type="body"/>
          </p:nvPr>
        </p:nvSpPr>
        <p:spPr>
          <a:xfrm>
            <a:off x="1314800" y="1599700"/>
            <a:ext cx="7189500" cy="2886000"/>
          </a:xfrm>
          <a:prstGeom prst="rect">
            <a:avLst/>
          </a:prstGeom>
          <a:noFill/>
          <a:ln>
            <a:noFill/>
          </a:ln>
        </p:spPr>
        <p:txBody>
          <a:bodyPr anchorCtr="0" anchor="t" bIns="0" lIns="0" spcFirstLastPara="1" rIns="0" wrap="square" tIns="0">
            <a:noAutofit/>
          </a:bodyPr>
          <a:lstStyle>
            <a:lvl1pPr indent="-381000" lvl="0" marL="457200" rtl="0">
              <a:lnSpc>
                <a:spcPct val="115000"/>
              </a:lnSpc>
              <a:spcBef>
                <a:spcPts val="60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1pPr>
            <a:lvl2pPr indent="-381000" lvl="1" marL="914400" rtl="0">
              <a:lnSpc>
                <a:spcPct val="115000"/>
              </a:lnSpc>
              <a:spcBef>
                <a:spcPts val="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2pPr>
            <a:lvl3pPr indent="-381000" lvl="2" marL="13716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3pPr>
            <a:lvl4pPr indent="-381000" lvl="3" marL="18288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4pPr>
            <a:lvl5pPr indent="-381000" lvl="4" marL="2286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5pPr>
            <a:lvl6pPr indent="-381000" lvl="5" marL="27432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6pPr>
            <a:lvl7pPr indent="-381000" lvl="6" marL="32004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7pPr>
            <a:lvl8pPr indent="-381000" lvl="7" marL="36576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8pPr>
            <a:lvl9pPr indent="-381000" lvl="8" marL="41148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9pPr>
          </a:lstStyle>
          <a:p/>
        </p:txBody>
      </p:sp>
      <p:sp>
        <p:nvSpPr>
          <p:cNvPr id="8" name="Google Shape;8;p1"/>
          <p:cNvSpPr txBox="1"/>
          <p:nvPr>
            <p:ph idx="12" type="sldNum"/>
          </p:nvPr>
        </p:nvSpPr>
        <p:spPr>
          <a:xfrm>
            <a:off x="8504254" y="4489800"/>
            <a:ext cx="653700" cy="653700"/>
          </a:xfrm>
          <a:prstGeom prst="rect">
            <a:avLst/>
          </a:prstGeom>
          <a:noFill/>
          <a:ln>
            <a:noFill/>
          </a:ln>
        </p:spPr>
        <p:txBody>
          <a:bodyPr anchorCtr="0" anchor="ctr" bIns="0" lIns="0" spcFirstLastPara="1" rIns="0" wrap="square" tIns="0">
            <a:noAutofit/>
          </a:bodyPr>
          <a:lstStyle>
            <a:lvl1pPr lvl="0" rtl="0" algn="ctr">
              <a:buNone/>
              <a:defRPr sz="1300">
                <a:solidFill>
                  <a:schemeClr val="accent1"/>
                </a:solidFill>
                <a:latin typeface="Barlow Light"/>
                <a:ea typeface="Barlow Light"/>
                <a:cs typeface="Barlow Light"/>
                <a:sym typeface="Barlow Light"/>
              </a:defRPr>
            </a:lvl1pPr>
            <a:lvl2pPr lvl="1" rtl="0" algn="ctr">
              <a:buNone/>
              <a:defRPr sz="1300">
                <a:solidFill>
                  <a:schemeClr val="accent1"/>
                </a:solidFill>
                <a:latin typeface="Barlow Light"/>
                <a:ea typeface="Barlow Light"/>
                <a:cs typeface="Barlow Light"/>
                <a:sym typeface="Barlow Light"/>
              </a:defRPr>
            </a:lvl2pPr>
            <a:lvl3pPr lvl="2" rtl="0" algn="ctr">
              <a:buNone/>
              <a:defRPr sz="1300">
                <a:solidFill>
                  <a:schemeClr val="accent1"/>
                </a:solidFill>
                <a:latin typeface="Barlow Light"/>
                <a:ea typeface="Barlow Light"/>
                <a:cs typeface="Barlow Light"/>
                <a:sym typeface="Barlow Light"/>
              </a:defRPr>
            </a:lvl3pPr>
            <a:lvl4pPr lvl="3" rtl="0" algn="ctr">
              <a:buNone/>
              <a:defRPr sz="1300">
                <a:solidFill>
                  <a:schemeClr val="accent1"/>
                </a:solidFill>
                <a:latin typeface="Barlow Light"/>
                <a:ea typeface="Barlow Light"/>
                <a:cs typeface="Barlow Light"/>
                <a:sym typeface="Barlow Light"/>
              </a:defRPr>
            </a:lvl4pPr>
            <a:lvl5pPr lvl="4" rtl="0" algn="ctr">
              <a:buNone/>
              <a:defRPr sz="1300">
                <a:solidFill>
                  <a:schemeClr val="accent1"/>
                </a:solidFill>
                <a:latin typeface="Barlow Light"/>
                <a:ea typeface="Barlow Light"/>
                <a:cs typeface="Barlow Light"/>
                <a:sym typeface="Barlow Light"/>
              </a:defRPr>
            </a:lvl5pPr>
            <a:lvl6pPr lvl="5" rtl="0" algn="ctr">
              <a:buNone/>
              <a:defRPr sz="1300">
                <a:solidFill>
                  <a:schemeClr val="accent1"/>
                </a:solidFill>
                <a:latin typeface="Barlow Light"/>
                <a:ea typeface="Barlow Light"/>
                <a:cs typeface="Barlow Light"/>
                <a:sym typeface="Barlow Light"/>
              </a:defRPr>
            </a:lvl6pPr>
            <a:lvl7pPr lvl="6" rtl="0" algn="ctr">
              <a:buNone/>
              <a:defRPr sz="1300">
                <a:solidFill>
                  <a:schemeClr val="accent1"/>
                </a:solidFill>
                <a:latin typeface="Barlow Light"/>
                <a:ea typeface="Barlow Light"/>
                <a:cs typeface="Barlow Light"/>
                <a:sym typeface="Barlow Light"/>
              </a:defRPr>
            </a:lvl7pPr>
            <a:lvl8pPr lvl="7" rtl="0" algn="ctr">
              <a:buNone/>
              <a:defRPr sz="1300">
                <a:solidFill>
                  <a:schemeClr val="accent1"/>
                </a:solidFill>
                <a:latin typeface="Barlow Light"/>
                <a:ea typeface="Barlow Light"/>
                <a:cs typeface="Barlow Light"/>
                <a:sym typeface="Barlow Light"/>
              </a:defRPr>
            </a:lvl8pPr>
            <a:lvl9pPr lvl="8" rtl="0" algn="ctr">
              <a:buNone/>
              <a:defRPr sz="1300">
                <a:solidFill>
                  <a:schemeClr val="accent1"/>
                </a:solidFill>
                <a:latin typeface="Barlow Light"/>
                <a:ea typeface="Barlow Light"/>
                <a:cs typeface="Barlow Light"/>
                <a:sym typeface="Barlow Light"/>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6.gif"/><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1.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2.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8.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3"/>
          <p:cNvSpPr txBox="1"/>
          <p:nvPr>
            <p:ph type="ctrTitle"/>
          </p:nvPr>
        </p:nvSpPr>
        <p:spPr>
          <a:xfrm>
            <a:off x="685800" y="1541675"/>
            <a:ext cx="5740200" cy="206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1.2 &amp; 1.3 </a:t>
            </a:r>
            <a:endParaRPr/>
          </a:p>
          <a:p>
            <a:pPr indent="0" lvl="0" marL="0" rtl="0" algn="l">
              <a:spcBef>
                <a:spcPts val="0"/>
              </a:spcBef>
              <a:spcAft>
                <a:spcPts val="0"/>
              </a:spcAft>
              <a:buNone/>
            </a:pPr>
            <a:r>
              <a:rPr lang="en"/>
              <a:t>Geographic Data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14"/>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Objectives and Essential Learning </a:t>
            </a:r>
            <a:endParaRPr/>
          </a:p>
        </p:txBody>
      </p:sp>
      <p:sp>
        <p:nvSpPr>
          <p:cNvPr id="523" name="Google Shape;523;p14"/>
          <p:cNvSpPr txBox="1"/>
          <p:nvPr>
            <p:ph idx="1" type="body"/>
          </p:nvPr>
        </p:nvSpPr>
        <p:spPr>
          <a:xfrm>
            <a:off x="770100" y="1390125"/>
            <a:ext cx="7159200" cy="35847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2200"/>
              <a:t>1.2 </a:t>
            </a:r>
            <a:r>
              <a:rPr lang="en" sz="2200"/>
              <a:t>Identify different methods of geographic data collection.</a:t>
            </a:r>
            <a:endParaRPr sz="2200"/>
          </a:p>
          <a:p>
            <a:pPr indent="-342900" lvl="0" marL="914400" rtl="0" algn="l">
              <a:lnSpc>
                <a:spcPct val="100000"/>
              </a:lnSpc>
              <a:spcBef>
                <a:spcPts val="0"/>
              </a:spcBef>
              <a:spcAft>
                <a:spcPts val="0"/>
              </a:spcAft>
              <a:buSzPts val="1800"/>
              <a:buChar char="●"/>
            </a:pPr>
            <a:r>
              <a:rPr lang="en" sz="1100">
                <a:solidFill>
                  <a:srgbClr val="000000"/>
                </a:solidFill>
                <a:latin typeface="Century Gothic"/>
                <a:ea typeface="Century Gothic"/>
                <a:cs typeface="Century Gothic"/>
                <a:sym typeface="Century Gothic"/>
              </a:rPr>
              <a:t>1.2.1 Data may be gathered in the field by organizations or by individuals. </a:t>
            </a:r>
            <a:endParaRPr sz="1100">
              <a:solidFill>
                <a:srgbClr val="000000"/>
              </a:solidFill>
              <a:latin typeface="Century Gothic"/>
              <a:ea typeface="Century Gothic"/>
              <a:cs typeface="Century Gothic"/>
              <a:sym typeface="Century Gothic"/>
            </a:endParaRPr>
          </a:p>
          <a:p>
            <a:pPr indent="-342900" lvl="0" marL="914400" rtl="0" algn="l">
              <a:lnSpc>
                <a:spcPct val="100000"/>
              </a:lnSpc>
              <a:spcBef>
                <a:spcPts val="0"/>
              </a:spcBef>
              <a:spcAft>
                <a:spcPts val="0"/>
              </a:spcAft>
              <a:buSzPts val="1800"/>
              <a:buChar char="●"/>
            </a:pPr>
            <a:r>
              <a:rPr lang="en" sz="1100">
                <a:solidFill>
                  <a:srgbClr val="000000"/>
                </a:solidFill>
                <a:latin typeface="Century Gothic"/>
                <a:ea typeface="Century Gothic"/>
                <a:cs typeface="Century Gothic"/>
                <a:sym typeface="Century Gothic"/>
              </a:rPr>
              <a:t>1.2.2 Geospatial technologies include geographic information systems (GIS), satellite navigation systems, remote sensing, and online mapping and visualization. </a:t>
            </a:r>
            <a:endParaRPr sz="1100">
              <a:solidFill>
                <a:srgbClr val="000000"/>
              </a:solidFill>
              <a:latin typeface="Century Gothic"/>
              <a:ea typeface="Century Gothic"/>
              <a:cs typeface="Century Gothic"/>
              <a:sym typeface="Century Gothic"/>
            </a:endParaRPr>
          </a:p>
          <a:p>
            <a:pPr indent="-342900" lvl="0" marL="914400" rtl="0" algn="l">
              <a:lnSpc>
                <a:spcPct val="100000"/>
              </a:lnSpc>
              <a:spcBef>
                <a:spcPts val="0"/>
              </a:spcBef>
              <a:spcAft>
                <a:spcPts val="0"/>
              </a:spcAft>
              <a:buSzPts val="1800"/>
              <a:buChar char="●"/>
            </a:pPr>
            <a:r>
              <a:rPr lang="en" sz="1100">
                <a:solidFill>
                  <a:srgbClr val="000000"/>
                </a:solidFill>
                <a:latin typeface="Century Gothic"/>
                <a:ea typeface="Century Gothic"/>
                <a:cs typeface="Century Gothic"/>
                <a:sym typeface="Century Gothic"/>
              </a:rPr>
              <a:t>1.2.3 Spatial information can come from written accounts in the form of field observations, media reports, travel narratives, policy documents, personal interviews, landscape analysis, and photographic interpretation.</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1000"/>
              </a:spcBef>
              <a:spcAft>
                <a:spcPts val="0"/>
              </a:spcAft>
              <a:buNone/>
            </a:pPr>
            <a:r>
              <a:rPr lang="en" sz="2100"/>
              <a:t>1.3 Explain the geographic effects of decisions made using geographical information. </a:t>
            </a:r>
            <a:endParaRPr sz="2100"/>
          </a:p>
          <a:p>
            <a:pPr indent="-342900" lvl="0" marL="914400" rtl="0" algn="l">
              <a:lnSpc>
                <a:spcPct val="100000"/>
              </a:lnSpc>
              <a:spcBef>
                <a:spcPts val="0"/>
              </a:spcBef>
              <a:spcAft>
                <a:spcPts val="0"/>
              </a:spcAft>
              <a:buSzPts val="1800"/>
              <a:buChar char="●"/>
            </a:pPr>
            <a:r>
              <a:rPr lang="en" sz="1100">
                <a:solidFill>
                  <a:srgbClr val="000000"/>
                </a:solidFill>
                <a:latin typeface="Century Gothic"/>
                <a:ea typeface="Century Gothic"/>
                <a:cs typeface="Century Gothic"/>
                <a:sym typeface="Century Gothic"/>
              </a:rPr>
              <a:t>1.3.1 Geospatial and geographical data, including census data and satellite imagery, are used at all scales for personal, business and organizational, and governmental decision-making purposes.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t/>
            </a:r>
            <a:endParaRPr/>
          </a:p>
        </p:txBody>
      </p:sp>
      <p:sp>
        <p:nvSpPr>
          <p:cNvPr id="524" name="Google Shape;524;p14"/>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25" name="Google Shape;525;p14"/>
          <p:cNvPicPr preferRelativeResize="0"/>
          <p:nvPr/>
        </p:nvPicPr>
        <p:blipFill>
          <a:blip r:embed="rId3">
            <a:alphaModFix/>
          </a:blip>
          <a:stretch>
            <a:fillRect/>
          </a:stretch>
        </p:blipFill>
        <p:spPr>
          <a:xfrm rot="749764">
            <a:off x="7682076" y="1624701"/>
            <a:ext cx="1277501" cy="12775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15"/>
          <p:cNvSpPr txBox="1"/>
          <p:nvPr>
            <p:ph type="title"/>
          </p:nvPr>
        </p:nvSpPr>
        <p:spPr>
          <a:xfrm>
            <a:off x="650400" y="664300"/>
            <a:ext cx="7843200" cy="653700"/>
          </a:xfrm>
          <a:prstGeom prst="rect">
            <a:avLst/>
          </a:prstGeom>
        </p:spPr>
        <p:txBody>
          <a:bodyPr anchorCtr="0" anchor="ctr" bIns="0" lIns="0" spcFirstLastPara="1" rIns="0" wrap="square" tIns="0">
            <a:noAutofit/>
          </a:bodyPr>
          <a:lstStyle/>
          <a:p>
            <a:pPr indent="0" lvl="0" marL="0" rtl="0" algn="l">
              <a:lnSpc>
                <a:spcPct val="115000"/>
              </a:lnSpc>
              <a:spcBef>
                <a:spcPts val="600"/>
              </a:spcBef>
              <a:spcAft>
                <a:spcPts val="0"/>
              </a:spcAft>
              <a:buNone/>
            </a:pPr>
            <a:r>
              <a:rPr b="1" lang="en" sz="2400">
                <a:solidFill>
                  <a:srgbClr val="FFFFFF"/>
                </a:solidFill>
                <a:latin typeface="Barlow"/>
                <a:ea typeface="Barlow"/>
                <a:cs typeface="Barlow"/>
                <a:sym typeface="Barlow"/>
              </a:rPr>
              <a:t>Identify different methods of geographic data collection.</a:t>
            </a:r>
            <a:endParaRPr b="1">
              <a:solidFill>
                <a:srgbClr val="FFFFFF"/>
              </a:solidFill>
              <a:latin typeface="Barlow"/>
              <a:ea typeface="Barlow"/>
              <a:cs typeface="Barlow"/>
              <a:sym typeface="Barlow"/>
            </a:endParaRPr>
          </a:p>
        </p:txBody>
      </p:sp>
      <p:sp>
        <p:nvSpPr>
          <p:cNvPr id="531" name="Google Shape;531;p15"/>
          <p:cNvSpPr txBox="1"/>
          <p:nvPr>
            <p:ph idx="1" type="body"/>
          </p:nvPr>
        </p:nvSpPr>
        <p:spPr>
          <a:xfrm>
            <a:off x="712875" y="1368625"/>
            <a:ext cx="5783100" cy="2052300"/>
          </a:xfrm>
          <a:prstGeom prst="rect">
            <a:avLst/>
          </a:prstGeom>
        </p:spPr>
        <p:txBody>
          <a:bodyPr anchorCtr="0" anchor="t" bIns="0" lIns="0" spcFirstLastPara="1" rIns="0" wrap="square" tIns="0">
            <a:noAutofit/>
          </a:bodyPr>
          <a:lstStyle/>
          <a:p>
            <a:pPr indent="-349250" lvl="0" marL="457200" rtl="0" algn="l">
              <a:spcBef>
                <a:spcPts val="600"/>
              </a:spcBef>
              <a:spcAft>
                <a:spcPts val="0"/>
              </a:spcAft>
              <a:buSzPts val="1900"/>
              <a:buFont typeface="Barlow"/>
              <a:buAutoNum type="arabicPeriod"/>
            </a:pPr>
            <a:r>
              <a:rPr b="1" lang="en" sz="1900">
                <a:latin typeface="Barlow"/>
                <a:ea typeface="Barlow"/>
                <a:cs typeface="Barlow"/>
                <a:sym typeface="Barlow"/>
              </a:rPr>
              <a:t>How is data gathered?</a:t>
            </a:r>
            <a:endParaRPr b="1" sz="1900">
              <a:latin typeface="Barlow"/>
              <a:ea typeface="Barlow"/>
              <a:cs typeface="Barlow"/>
              <a:sym typeface="Barlow"/>
            </a:endParaRPr>
          </a:p>
          <a:p>
            <a:pPr indent="-342900" lvl="1" marL="914400" rtl="0" algn="l">
              <a:spcBef>
                <a:spcPts val="0"/>
              </a:spcBef>
              <a:spcAft>
                <a:spcPts val="0"/>
              </a:spcAft>
              <a:buSzPts val="1800"/>
              <a:buAutoNum type="alphaLcPeriod"/>
            </a:pPr>
            <a:r>
              <a:rPr lang="en" sz="1800" u="sng"/>
              <a:t>Fieldwork/Field Observations:</a:t>
            </a:r>
            <a:r>
              <a:rPr lang="en" sz="1800"/>
              <a:t> The act of an individual physically visiting a location or place and recording, firsthand, information there. </a:t>
            </a:r>
            <a:endParaRPr sz="1800"/>
          </a:p>
          <a:p>
            <a:pPr indent="-330200" lvl="2" marL="1371600" rtl="0" algn="l">
              <a:spcBef>
                <a:spcPts val="0"/>
              </a:spcBef>
              <a:spcAft>
                <a:spcPts val="0"/>
              </a:spcAft>
              <a:buSzPts val="1600"/>
              <a:buAutoNum type="romanLcPeriod"/>
            </a:pPr>
            <a:r>
              <a:rPr lang="en" sz="1600"/>
              <a:t>Examples: Written accounts, travel narratives, media reports, policy documents, interviews, photographs, landscape analysis </a:t>
            </a:r>
            <a:endParaRPr sz="1600"/>
          </a:p>
        </p:txBody>
      </p:sp>
      <p:sp>
        <p:nvSpPr>
          <p:cNvPr id="532" name="Google Shape;532;p15"/>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33" name="Google Shape;533;p15"/>
          <p:cNvPicPr preferRelativeResize="0"/>
          <p:nvPr/>
        </p:nvPicPr>
        <p:blipFill>
          <a:blip r:embed="rId3">
            <a:alphaModFix/>
          </a:blip>
          <a:stretch>
            <a:fillRect/>
          </a:stretch>
        </p:blipFill>
        <p:spPr>
          <a:xfrm>
            <a:off x="2665548" y="3694300"/>
            <a:ext cx="2378000" cy="1323750"/>
          </a:xfrm>
          <a:prstGeom prst="rect">
            <a:avLst/>
          </a:prstGeom>
          <a:noFill/>
          <a:ln>
            <a:noFill/>
          </a:ln>
        </p:spPr>
      </p:pic>
      <p:pic>
        <p:nvPicPr>
          <p:cNvPr id="534" name="Google Shape;534;p15"/>
          <p:cNvPicPr preferRelativeResize="0"/>
          <p:nvPr/>
        </p:nvPicPr>
        <p:blipFill>
          <a:blip r:embed="rId4">
            <a:alphaModFix/>
          </a:blip>
          <a:stretch>
            <a:fillRect/>
          </a:stretch>
        </p:blipFill>
        <p:spPr>
          <a:xfrm>
            <a:off x="6495847" y="1424750"/>
            <a:ext cx="1781665" cy="35933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16"/>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lnSpc>
                <a:spcPct val="115000"/>
              </a:lnSpc>
              <a:spcBef>
                <a:spcPts val="600"/>
              </a:spcBef>
              <a:spcAft>
                <a:spcPts val="0"/>
              </a:spcAft>
              <a:buNone/>
            </a:pPr>
            <a:r>
              <a:rPr b="1" lang="en" sz="2400">
                <a:solidFill>
                  <a:srgbClr val="FFFFFF"/>
                </a:solidFill>
                <a:latin typeface="Barlow"/>
                <a:ea typeface="Barlow"/>
                <a:cs typeface="Barlow"/>
                <a:sym typeface="Barlow"/>
              </a:rPr>
              <a:t>Identify different methods of geographic data collection.</a:t>
            </a:r>
            <a:endParaRPr/>
          </a:p>
        </p:txBody>
      </p:sp>
      <p:sp>
        <p:nvSpPr>
          <p:cNvPr id="540" name="Google Shape;540;p16"/>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41" name="Google Shape;541;p16"/>
          <p:cNvSpPr txBox="1"/>
          <p:nvPr>
            <p:ph idx="1" type="body"/>
          </p:nvPr>
        </p:nvSpPr>
        <p:spPr>
          <a:xfrm>
            <a:off x="742950" y="1368625"/>
            <a:ext cx="5202000" cy="20523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b="1" lang="en" sz="1900">
                <a:latin typeface="Barlow"/>
                <a:ea typeface="Barlow"/>
                <a:cs typeface="Barlow"/>
                <a:sym typeface="Barlow"/>
              </a:rPr>
              <a:t>Another example of fieldwork - The US Census</a:t>
            </a:r>
            <a:endParaRPr b="1" sz="1900">
              <a:latin typeface="Barlow"/>
              <a:ea typeface="Barlow"/>
              <a:cs typeface="Barlow"/>
              <a:sym typeface="Barlow"/>
            </a:endParaRPr>
          </a:p>
          <a:p>
            <a:pPr indent="-336550" lvl="0" marL="457200" rtl="0" algn="l">
              <a:spcBef>
                <a:spcPts val="600"/>
              </a:spcBef>
              <a:spcAft>
                <a:spcPts val="0"/>
              </a:spcAft>
              <a:buSzPts val="1700"/>
              <a:buChar char="▪"/>
            </a:pPr>
            <a:r>
              <a:rPr lang="en" sz="1700"/>
              <a:t>Mandated by the Constitution </a:t>
            </a:r>
            <a:endParaRPr sz="1700"/>
          </a:p>
          <a:p>
            <a:pPr indent="-336550" lvl="0" marL="457200" rtl="0" algn="l">
              <a:spcBef>
                <a:spcPts val="0"/>
              </a:spcBef>
              <a:spcAft>
                <a:spcPts val="0"/>
              </a:spcAft>
              <a:buSzPts val="1700"/>
              <a:buChar char="▪"/>
            </a:pPr>
            <a:r>
              <a:rPr lang="en" sz="1700"/>
              <a:t>Ex. of an organization (US government) doing fieldwork. </a:t>
            </a:r>
            <a:endParaRPr sz="1700"/>
          </a:p>
          <a:p>
            <a:pPr indent="0" lvl="0" marL="0" rtl="0" algn="l">
              <a:spcBef>
                <a:spcPts val="600"/>
              </a:spcBef>
              <a:spcAft>
                <a:spcPts val="0"/>
              </a:spcAft>
              <a:buNone/>
            </a:pPr>
            <a:r>
              <a:rPr b="1" lang="en" sz="1600">
                <a:latin typeface="Barlow"/>
                <a:ea typeface="Barlow"/>
                <a:cs typeface="Barlow"/>
                <a:sym typeface="Barlow"/>
              </a:rPr>
              <a:t>What is the point?</a:t>
            </a:r>
            <a:endParaRPr b="1" sz="1600">
              <a:latin typeface="Barlow"/>
              <a:ea typeface="Barlow"/>
              <a:cs typeface="Barlow"/>
              <a:sym typeface="Barlow"/>
            </a:endParaRPr>
          </a:p>
          <a:p>
            <a:pPr indent="-330200" lvl="0" marL="457200" rtl="0" algn="l">
              <a:spcBef>
                <a:spcPts val="600"/>
              </a:spcBef>
              <a:spcAft>
                <a:spcPts val="0"/>
              </a:spcAft>
              <a:buSzPts val="1600"/>
              <a:buAutoNum type="alphaLcPeriod"/>
            </a:pPr>
            <a:r>
              <a:rPr lang="en" sz="1600"/>
              <a:t>Representative Districts - voting &amp; democracy</a:t>
            </a:r>
            <a:endParaRPr sz="1600"/>
          </a:p>
          <a:p>
            <a:pPr indent="-330200" lvl="0" marL="457200" rtl="0" algn="l">
              <a:spcBef>
                <a:spcPts val="0"/>
              </a:spcBef>
              <a:spcAft>
                <a:spcPts val="0"/>
              </a:spcAft>
              <a:buSzPts val="1600"/>
              <a:buAutoNum type="alphaLcPeriod"/>
            </a:pPr>
            <a:r>
              <a:rPr lang="en" sz="1600"/>
              <a:t>Distribution of public funding for: </a:t>
            </a:r>
            <a:endParaRPr sz="1600"/>
          </a:p>
          <a:p>
            <a:pPr indent="-330200" lvl="1" marL="914400" rtl="0" algn="l">
              <a:spcBef>
                <a:spcPts val="0"/>
              </a:spcBef>
              <a:spcAft>
                <a:spcPts val="0"/>
              </a:spcAft>
              <a:buSzPts val="1600"/>
              <a:buAutoNum type="romanLcPeriod"/>
            </a:pPr>
            <a:r>
              <a:rPr lang="en" sz="1600"/>
              <a:t>Schools</a:t>
            </a:r>
            <a:endParaRPr sz="1600"/>
          </a:p>
          <a:p>
            <a:pPr indent="-330200" lvl="1" marL="914400" rtl="0" algn="l">
              <a:spcBef>
                <a:spcPts val="0"/>
              </a:spcBef>
              <a:spcAft>
                <a:spcPts val="0"/>
              </a:spcAft>
              <a:buSzPts val="1600"/>
              <a:buAutoNum type="romanLcPeriod"/>
            </a:pPr>
            <a:r>
              <a:rPr lang="en" sz="1600"/>
              <a:t>Law Enforcement &amp; Fire Department</a:t>
            </a:r>
            <a:endParaRPr sz="1600"/>
          </a:p>
          <a:p>
            <a:pPr indent="-330200" lvl="1" marL="914400" rtl="0" algn="l">
              <a:spcBef>
                <a:spcPts val="0"/>
              </a:spcBef>
              <a:spcAft>
                <a:spcPts val="0"/>
              </a:spcAft>
              <a:buSzPts val="1600"/>
              <a:buAutoNum type="romanLcPeriod"/>
            </a:pPr>
            <a:r>
              <a:rPr lang="en" sz="1600"/>
              <a:t>Highways &amp; Infrastructure </a:t>
            </a:r>
            <a:endParaRPr sz="1600"/>
          </a:p>
          <a:p>
            <a:pPr indent="-330200" lvl="0" marL="457200" rtl="0" algn="l">
              <a:spcBef>
                <a:spcPts val="0"/>
              </a:spcBef>
              <a:spcAft>
                <a:spcPts val="0"/>
              </a:spcAft>
              <a:buSzPts val="1600"/>
              <a:buAutoNum type="alphaLcPeriod"/>
            </a:pPr>
            <a:r>
              <a:rPr lang="en" sz="1600"/>
              <a:t>Personal, government &amp; business decision making. </a:t>
            </a:r>
            <a:endParaRPr sz="1600"/>
          </a:p>
          <a:p>
            <a:pPr indent="0" lvl="0" marL="457200" rtl="0" algn="l">
              <a:spcBef>
                <a:spcPts val="600"/>
              </a:spcBef>
              <a:spcAft>
                <a:spcPts val="0"/>
              </a:spcAft>
              <a:buNone/>
            </a:pPr>
            <a:r>
              <a:t/>
            </a:r>
            <a:endParaRPr sz="1600"/>
          </a:p>
          <a:p>
            <a:pPr indent="0" lvl="0" marL="457200" rtl="0" algn="l">
              <a:spcBef>
                <a:spcPts val="600"/>
              </a:spcBef>
              <a:spcAft>
                <a:spcPts val="0"/>
              </a:spcAft>
              <a:buNone/>
            </a:pPr>
            <a:br>
              <a:rPr lang="en" sz="1600"/>
            </a:br>
            <a:endParaRPr sz="1600"/>
          </a:p>
        </p:txBody>
      </p:sp>
      <p:pic>
        <p:nvPicPr>
          <p:cNvPr id="542" name="Google Shape;542;p16"/>
          <p:cNvPicPr preferRelativeResize="0"/>
          <p:nvPr/>
        </p:nvPicPr>
        <p:blipFill>
          <a:blip r:embed="rId3">
            <a:alphaModFix/>
          </a:blip>
          <a:stretch>
            <a:fillRect/>
          </a:stretch>
        </p:blipFill>
        <p:spPr>
          <a:xfrm>
            <a:off x="6016150" y="1475150"/>
            <a:ext cx="2857500" cy="2857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17"/>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lnSpc>
                <a:spcPct val="115000"/>
              </a:lnSpc>
              <a:spcBef>
                <a:spcPts val="600"/>
              </a:spcBef>
              <a:spcAft>
                <a:spcPts val="0"/>
              </a:spcAft>
              <a:buNone/>
            </a:pPr>
            <a:r>
              <a:rPr b="1" lang="en" sz="2400">
                <a:solidFill>
                  <a:srgbClr val="FFFFFF"/>
                </a:solidFill>
                <a:latin typeface="Barlow"/>
                <a:ea typeface="Barlow"/>
                <a:cs typeface="Barlow"/>
                <a:sym typeface="Barlow"/>
              </a:rPr>
              <a:t>Identify different methods of geographic data collection.</a:t>
            </a:r>
            <a:endParaRPr sz="3600">
              <a:latin typeface="Caveat Brush"/>
              <a:ea typeface="Caveat Brush"/>
              <a:cs typeface="Caveat Brush"/>
              <a:sym typeface="Caveat Brush"/>
            </a:endParaRPr>
          </a:p>
        </p:txBody>
      </p:sp>
      <p:sp>
        <p:nvSpPr>
          <p:cNvPr id="548" name="Google Shape;548;p17"/>
          <p:cNvSpPr txBox="1"/>
          <p:nvPr>
            <p:ph idx="1" type="body"/>
          </p:nvPr>
        </p:nvSpPr>
        <p:spPr>
          <a:xfrm>
            <a:off x="825700" y="1459425"/>
            <a:ext cx="4674900" cy="28860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2100">
                <a:solidFill>
                  <a:srgbClr val="FF9900"/>
                </a:solidFill>
                <a:latin typeface="Barlow"/>
                <a:ea typeface="Barlow"/>
                <a:cs typeface="Barlow"/>
                <a:sym typeface="Barlow"/>
              </a:rPr>
              <a:t>b</a:t>
            </a:r>
            <a:r>
              <a:rPr lang="en" sz="2100">
                <a:solidFill>
                  <a:srgbClr val="FF9900"/>
                </a:solidFill>
                <a:latin typeface="Barlow"/>
                <a:ea typeface="Barlow"/>
                <a:cs typeface="Barlow"/>
                <a:sym typeface="Barlow"/>
              </a:rPr>
              <a:t>. </a:t>
            </a:r>
            <a:r>
              <a:rPr lang="en" sz="2100">
                <a:solidFill>
                  <a:srgbClr val="000000"/>
                </a:solidFill>
                <a:latin typeface="Barlow"/>
                <a:ea typeface="Barlow"/>
                <a:cs typeface="Barlow"/>
                <a:sym typeface="Barlow"/>
              </a:rPr>
              <a:t> 	Geospatial Technologies </a:t>
            </a:r>
            <a:endParaRPr sz="2100">
              <a:solidFill>
                <a:srgbClr val="000000"/>
              </a:solidFill>
              <a:latin typeface="Barlow"/>
              <a:ea typeface="Barlow"/>
              <a:cs typeface="Barlow"/>
              <a:sym typeface="Barlow"/>
            </a:endParaRPr>
          </a:p>
          <a:p>
            <a:pPr indent="-342900" lvl="0" marL="914400" rtl="0" algn="l">
              <a:spcBef>
                <a:spcPts val="600"/>
              </a:spcBef>
              <a:spcAft>
                <a:spcPts val="0"/>
              </a:spcAft>
              <a:buClr>
                <a:srgbClr val="FF9900"/>
              </a:buClr>
              <a:buSzPts val="1800"/>
              <a:buFont typeface="Barlow"/>
              <a:buChar char="▪"/>
            </a:pPr>
            <a:r>
              <a:rPr lang="en" sz="1800">
                <a:solidFill>
                  <a:srgbClr val="000000"/>
                </a:solidFill>
                <a:latin typeface="Barlow"/>
                <a:ea typeface="Barlow"/>
                <a:cs typeface="Barlow"/>
                <a:sym typeface="Barlow"/>
              </a:rPr>
              <a:t>Geographic information systems (GIS)</a:t>
            </a:r>
            <a:endParaRPr sz="1800">
              <a:solidFill>
                <a:srgbClr val="000000"/>
              </a:solidFill>
              <a:latin typeface="Barlow"/>
              <a:ea typeface="Barlow"/>
              <a:cs typeface="Barlow"/>
              <a:sym typeface="Barlow"/>
            </a:endParaRPr>
          </a:p>
          <a:p>
            <a:pPr indent="-342900" lvl="0" marL="914400" rtl="0" algn="l">
              <a:spcBef>
                <a:spcPts val="0"/>
              </a:spcBef>
              <a:spcAft>
                <a:spcPts val="0"/>
              </a:spcAft>
              <a:buClr>
                <a:srgbClr val="FF9900"/>
              </a:buClr>
              <a:buSzPts val="1800"/>
              <a:buFont typeface="Barlow"/>
              <a:buChar char="▪"/>
            </a:pPr>
            <a:r>
              <a:rPr lang="en" sz="1800">
                <a:solidFill>
                  <a:srgbClr val="000000"/>
                </a:solidFill>
                <a:latin typeface="Barlow"/>
                <a:ea typeface="Barlow"/>
                <a:cs typeface="Barlow"/>
                <a:sym typeface="Barlow"/>
              </a:rPr>
              <a:t>Satellite navigation systems (GPS)</a:t>
            </a:r>
            <a:endParaRPr sz="1800">
              <a:solidFill>
                <a:srgbClr val="000000"/>
              </a:solidFill>
              <a:latin typeface="Barlow"/>
              <a:ea typeface="Barlow"/>
              <a:cs typeface="Barlow"/>
              <a:sym typeface="Barlow"/>
            </a:endParaRPr>
          </a:p>
          <a:p>
            <a:pPr indent="-342900" lvl="0" marL="914400" rtl="0" algn="l">
              <a:spcBef>
                <a:spcPts val="0"/>
              </a:spcBef>
              <a:spcAft>
                <a:spcPts val="0"/>
              </a:spcAft>
              <a:buClr>
                <a:srgbClr val="FF9900"/>
              </a:buClr>
              <a:buSzPts val="1800"/>
              <a:buFont typeface="Barlow"/>
              <a:buChar char="▪"/>
            </a:pPr>
            <a:r>
              <a:rPr lang="en" sz="1800">
                <a:solidFill>
                  <a:srgbClr val="000000"/>
                </a:solidFill>
                <a:latin typeface="Barlow"/>
                <a:ea typeface="Barlow"/>
                <a:cs typeface="Barlow"/>
                <a:sym typeface="Barlow"/>
              </a:rPr>
              <a:t>Remote sensing</a:t>
            </a:r>
            <a:endParaRPr sz="1800">
              <a:solidFill>
                <a:srgbClr val="000000"/>
              </a:solidFill>
              <a:latin typeface="Barlow"/>
              <a:ea typeface="Barlow"/>
              <a:cs typeface="Barlow"/>
              <a:sym typeface="Barlow"/>
            </a:endParaRPr>
          </a:p>
          <a:p>
            <a:pPr indent="-342900" lvl="0" marL="914400" rtl="0" algn="l">
              <a:spcBef>
                <a:spcPts val="0"/>
              </a:spcBef>
              <a:spcAft>
                <a:spcPts val="0"/>
              </a:spcAft>
              <a:buClr>
                <a:srgbClr val="FF9900"/>
              </a:buClr>
              <a:buSzPts val="1800"/>
              <a:buFont typeface="Barlow"/>
              <a:buChar char="▪"/>
            </a:pPr>
            <a:r>
              <a:rPr lang="en" sz="1800">
                <a:solidFill>
                  <a:srgbClr val="000000"/>
                </a:solidFill>
                <a:latin typeface="Barlow"/>
                <a:ea typeface="Barlow"/>
                <a:cs typeface="Barlow"/>
                <a:sym typeface="Barlow"/>
              </a:rPr>
              <a:t>Online mapping + visualizations</a:t>
            </a:r>
            <a:br>
              <a:rPr lang="en" sz="1800">
                <a:solidFill>
                  <a:srgbClr val="000000"/>
                </a:solidFill>
                <a:latin typeface="Barlow"/>
                <a:ea typeface="Barlow"/>
                <a:cs typeface="Barlow"/>
                <a:sym typeface="Barlow"/>
              </a:rPr>
            </a:br>
            <a:endParaRPr sz="1800">
              <a:solidFill>
                <a:srgbClr val="000000"/>
              </a:solidFill>
              <a:latin typeface="Barlow"/>
              <a:ea typeface="Barlow"/>
              <a:cs typeface="Barlow"/>
              <a:sym typeface="Barlow"/>
            </a:endParaRPr>
          </a:p>
          <a:p>
            <a:pPr indent="0" lvl="0" marL="0" rtl="0" algn="l">
              <a:spcBef>
                <a:spcPts val="600"/>
              </a:spcBef>
              <a:spcAft>
                <a:spcPts val="0"/>
              </a:spcAft>
              <a:buNone/>
            </a:pPr>
            <a:r>
              <a:rPr lang="en" sz="1800">
                <a:solidFill>
                  <a:srgbClr val="000000"/>
                </a:solidFill>
                <a:latin typeface="Barlow"/>
                <a:ea typeface="Barlow"/>
                <a:cs typeface="Barlow"/>
                <a:sym typeface="Barlow"/>
              </a:rPr>
              <a:t>Geospatial technologies are utilized by businesses, organizations, individuals and government agencies to make decisions. </a:t>
            </a:r>
            <a:endParaRPr sz="1800">
              <a:solidFill>
                <a:srgbClr val="000000"/>
              </a:solidFill>
              <a:latin typeface="Barlow"/>
              <a:ea typeface="Barlow"/>
              <a:cs typeface="Barlow"/>
              <a:sym typeface="Barlow"/>
            </a:endParaRPr>
          </a:p>
        </p:txBody>
      </p:sp>
      <p:sp>
        <p:nvSpPr>
          <p:cNvPr id="549" name="Google Shape;549;p17"/>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50" name="Google Shape;550;p17"/>
          <p:cNvPicPr preferRelativeResize="0"/>
          <p:nvPr/>
        </p:nvPicPr>
        <p:blipFill>
          <a:blip r:embed="rId3">
            <a:alphaModFix/>
          </a:blip>
          <a:stretch>
            <a:fillRect/>
          </a:stretch>
        </p:blipFill>
        <p:spPr>
          <a:xfrm>
            <a:off x="5647058" y="1543050"/>
            <a:ext cx="3184517" cy="2802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18"/>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lnSpc>
                <a:spcPct val="115000"/>
              </a:lnSpc>
              <a:spcBef>
                <a:spcPts val="600"/>
              </a:spcBef>
              <a:spcAft>
                <a:spcPts val="0"/>
              </a:spcAft>
              <a:buNone/>
            </a:pPr>
            <a:r>
              <a:rPr b="1" lang="en" sz="2400">
                <a:solidFill>
                  <a:srgbClr val="FFFFFF"/>
                </a:solidFill>
                <a:latin typeface="Barlow"/>
                <a:ea typeface="Barlow"/>
                <a:cs typeface="Barlow"/>
                <a:sym typeface="Barlow"/>
              </a:rPr>
              <a:t>Identify different methods of geographic data collection.</a:t>
            </a:r>
            <a:endParaRPr sz="2400">
              <a:latin typeface="Caveat Brush"/>
              <a:ea typeface="Caveat Brush"/>
              <a:cs typeface="Caveat Brush"/>
              <a:sym typeface="Caveat Brush"/>
            </a:endParaRPr>
          </a:p>
        </p:txBody>
      </p:sp>
      <p:sp>
        <p:nvSpPr>
          <p:cNvPr id="556" name="Google Shape;556;p18"/>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57" name="Google Shape;557;p18"/>
          <p:cNvPicPr preferRelativeResize="0"/>
          <p:nvPr/>
        </p:nvPicPr>
        <p:blipFill>
          <a:blip r:embed="rId3">
            <a:alphaModFix/>
          </a:blip>
          <a:stretch>
            <a:fillRect/>
          </a:stretch>
        </p:blipFill>
        <p:spPr>
          <a:xfrm>
            <a:off x="6137125" y="1438975"/>
            <a:ext cx="2235349" cy="3131724"/>
          </a:xfrm>
          <a:prstGeom prst="rect">
            <a:avLst/>
          </a:prstGeom>
          <a:noFill/>
          <a:ln>
            <a:noFill/>
          </a:ln>
        </p:spPr>
      </p:pic>
      <p:sp>
        <p:nvSpPr>
          <p:cNvPr id="558" name="Google Shape;558;p18"/>
          <p:cNvSpPr txBox="1"/>
          <p:nvPr/>
        </p:nvSpPr>
        <p:spPr>
          <a:xfrm>
            <a:off x="731250" y="1426150"/>
            <a:ext cx="5330700" cy="355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Barlow"/>
                <a:ea typeface="Barlow"/>
                <a:cs typeface="Barlow"/>
                <a:sym typeface="Barlow"/>
              </a:rPr>
              <a:t>Geographic Information Systems (GIS) </a:t>
            </a:r>
            <a:endParaRPr b="1" sz="2000">
              <a:latin typeface="Barlow"/>
              <a:ea typeface="Barlow"/>
              <a:cs typeface="Barlow"/>
              <a:sym typeface="Barlow"/>
            </a:endParaRPr>
          </a:p>
          <a:p>
            <a:pPr indent="-355600" lvl="0" marL="457200" rtl="0" algn="l">
              <a:spcBef>
                <a:spcPts val="1000"/>
              </a:spcBef>
              <a:spcAft>
                <a:spcPts val="0"/>
              </a:spcAft>
              <a:buClr>
                <a:srgbClr val="FF9900"/>
              </a:buClr>
              <a:buSzPts val="2000"/>
              <a:buFont typeface="Barlow"/>
              <a:buChar char="●"/>
            </a:pPr>
            <a:r>
              <a:rPr b="1" lang="en" sz="2000">
                <a:latin typeface="Barlow"/>
                <a:ea typeface="Barlow"/>
                <a:cs typeface="Barlow"/>
                <a:sym typeface="Barlow"/>
              </a:rPr>
              <a:t> </a:t>
            </a:r>
            <a:r>
              <a:rPr lang="en" sz="2000">
                <a:latin typeface="Barlow Light"/>
                <a:ea typeface="Barlow Light"/>
                <a:cs typeface="Barlow Light"/>
                <a:sym typeface="Barlow Light"/>
              </a:rPr>
              <a:t>Computer system/software that stores, analyzes, and displays information from multiple digital maps or data sets. </a:t>
            </a:r>
            <a:endParaRPr sz="2000">
              <a:latin typeface="Barlow Light"/>
              <a:ea typeface="Barlow Light"/>
              <a:cs typeface="Barlow Light"/>
              <a:sym typeface="Barlow Light"/>
            </a:endParaRPr>
          </a:p>
          <a:p>
            <a:pPr indent="-355600" lvl="0" marL="457200" rtl="0" algn="l">
              <a:spcBef>
                <a:spcPts val="0"/>
              </a:spcBef>
              <a:spcAft>
                <a:spcPts val="0"/>
              </a:spcAft>
              <a:buClr>
                <a:srgbClr val="FF9900"/>
              </a:buClr>
              <a:buSzPts val="2000"/>
              <a:buFont typeface="Barlow Light"/>
              <a:buChar char="●"/>
            </a:pPr>
            <a:r>
              <a:rPr lang="en" sz="2000">
                <a:latin typeface="Barlow Light"/>
                <a:ea typeface="Barlow Light"/>
                <a:cs typeface="Barlow Light"/>
                <a:sym typeface="Barlow Light"/>
              </a:rPr>
              <a:t>Thematic and physical layers</a:t>
            </a:r>
            <a:endParaRPr sz="2000">
              <a:latin typeface="Barlow Light"/>
              <a:ea typeface="Barlow Light"/>
              <a:cs typeface="Barlow Light"/>
              <a:sym typeface="Barlow Light"/>
            </a:endParaRPr>
          </a:p>
          <a:p>
            <a:pPr indent="-355600" lvl="0" marL="457200" rtl="0" algn="l">
              <a:spcBef>
                <a:spcPts val="0"/>
              </a:spcBef>
              <a:spcAft>
                <a:spcPts val="0"/>
              </a:spcAft>
              <a:buClr>
                <a:srgbClr val="FF9900"/>
              </a:buClr>
              <a:buSzPts val="2000"/>
              <a:buFont typeface="Barlow Light"/>
              <a:buChar char="●"/>
            </a:pPr>
            <a:r>
              <a:rPr lang="en" sz="2000">
                <a:latin typeface="Barlow Light"/>
                <a:ea typeface="Barlow Light"/>
                <a:cs typeface="Barlow Light"/>
                <a:sym typeface="Barlow Light"/>
              </a:rPr>
              <a:t>Could be used for…</a:t>
            </a:r>
            <a:endParaRPr sz="2000">
              <a:latin typeface="Barlow Light"/>
              <a:ea typeface="Barlow Light"/>
              <a:cs typeface="Barlow Light"/>
              <a:sym typeface="Barlow Light"/>
            </a:endParaRPr>
          </a:p>
          <a:p>
            <a:pPr indent="-355600" lvl="1" marL="914400" rtl="0" algn="l">
              <a:spcBef>
                <a:spcPts val="0"/>
              </a:spcBef>
              <a:spcAft>
                <a:spcPts val="0"/>
              </a:spcAft>
              <a:buSzPts val="2000"/>
              <a:buFont typeface="Barlow Light"/>
              <a:buChar char="○"/>
            </a:pPr>
            <a:r>
              <a:rPr lang="en" sz="2000">
                <a:latin typeface="Barlow Light"/>
                <a:ea typeface="Barlow Light"/>
                <a:cs typeface="Barlow Light"/>
                <a:sym typeface="Barlow Light"/>
              </a:rPr>
              <a:t>Analysis of crime data </a:t>
            </a:r>
            <a:endParaRPr sz="2000">
              <a:latin typeface="Barlow Light"/>
              <a:ea typeface="Barlow Light"/>
              <a:cs typeface="Barlow Light"/>
              <a:sym typeface="Barlow Light"/>
            </a:endParaRPr>
          </a:p>
          <a:p>
            <a:pPr indent="-355600" lvl="1" marL="914400" rtl="0" algn="l">
              <a:spcBef>
                <a:spcPts val="0"/>
              </a:spcBef>
              <a:spcAft>
                <a:spcPts val="0"/>
              </a:spcAft>
              <a:buSzPts val="2000"/>
              <a:buFont typeface="Barlow Light"/>
              <a:buChar char="○"/>
            </a:pPr>
            <a:r>
              <a:rPr lang="en" sz="2000">
                <a:latin typeface="Barlow Light"/>
                <a:ea typeface="Barlow Light"/>
                <a:cs typeface="Barlow Light"/>
                <a:sym typeface="Barlow Light"/>
              </a:rPr>
              <a:t>Effects of pollution </a:t>
            </a:r>
            <a:endParaRPr sz="2000">
              <a:latin typeface="Barlow Light"/>
              <a:ea typeface="Barlow Light"/>
              <a:cs typeface="Barlow Light"/>
              <a:sym typeface="Barlow Light"/>
            </a:endParaRPr>
          </a:p>
          <a:p>
            <a:pPr indent="-355600" lvl="1" marL="914400" rtl="0" algn="l">
              <a:spcBef>
                <a:spcPts val="0"/>
              </a:spcBef>
              <a:spcAft>
                <a:spcPts val="0"/>
              </a:spcAft>
              <a:buSzPts val="2000"/>
              <a:buFont typeface="Barlow Light"/>
              <a:buChar char="○"/>
            </a:pPr>
            <a:r>
              <a:rPr lang="en" sz="2000">
                <a:latin typeface="Barlow Light"/>
                <a:ea typeface="Barlow Light"/>
                <a:cs typeface="Barlow Light"/>
                <a:sym typeface="Barlow Light"/>
              </a:rPr>
              <a:t>Urban planning </a:t>
            </a:r>
            <a:endParaRPr sz="2000">
              <a:latin typeface="Barlow Light"/>
              <a:ea typeface="Barlow Light"/>
              <a:cs typeface="Barlow Light"/>
              <a:sym typeface="Barlow Light"/>
            </a:endParaRPr>
          </a:p>
          <a:p>
            <a:pPr indent="0" lvl="0" marL="0" rtl="0" algn="l">
              <a:spcBef>
                <a:spcPts val="0"/>
              </a:spcBef>
              <a:spcAft>
                <a:spcPts val="0"/>
              </a:spcAft>
              <a:buNone/>
            </a:pPr>
            <a:r>
              <a:t/>
            </a:r>
            <a:endParaRPr b="1" sz="2000">
              <a:latin typeface="Barlow"/>
              <a:ea typeface="Barlow"/>
              <a:cs typeface="Barlow"/>
              <a:sym typeface="Barlo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19"/>
          <p:cNvSpPr txBox="1"/>
          <p:nvPr>
            <p:ph idx="12" type="sldNum"/>
          </p:nvPr>
        </p:nvSpPr>
        <p:spPr>
          <a:xfrm>
            <a:off x="849050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solidFill>
                  <a:schemeClr val="dk1"/>
                </a:solidFill>
              </a:rPr>
              <a:t>‹#›</a:t>
            </a:fld>
            <a:endParaRPr>
              <a:solidFill>
                <a:schemeClr val="dk1"/>
              </a:solidFill>
            </a:endParaRPr>
          </a:p>
        </p:txBody>
      </p:sp>
      <p:pic>
        <p:nvPicPr>
          <p:cNvPr id="564" name="Google Shape;564;p19"/>
          <p:cNvPicPr preferRelativeResize="0"/>
          <p:nvPr/>
        </p:nvPicPr>
        <p:blipFill>
          <a:blip r:embed="rId3">
            <a:alphaModFix/>
          </a:blip>
          <a:stretch>
            <a:fillRect/>
          </a:stretch>
        </p:blipFill>
        <p:spPr>
          <a:xfrm>
            <a:off x="1497900" y="114225"/>
            <a:ext cx="6288700" cy="48387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20"/>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lnSpc>
                <a:spcPct val="115000"/>
              </a:lnSpc>
              <a:spcBef>
                <a:spcPts val="600"/>
              </a:spcBef>
              <a:spcAft>
                <a:spcPts val="0"/>
              </a:spcAft>
              <a:buNone/>
            </a:pPr>
            <a:r>
              <a:rPr b="1" lang="en" sz="2400">
                <a:solidFill>
                  <a:srgbClr val="FFFFFF"/>
                </a:solidFill>
                <a:latin typeface="Barlow"/>
                <a:ea typeface="Barlow"/>
                <a:cs typeface="Barlow"/>
                <a:sym typeface="Barlow"/>
              </a:rPr>
              <a:t>Identify different methods of geographic data collection.</a:t>
            </a:r>
            <a:endParaRPr sz="2400">
              <a:latin typeface="Caveat Brush"/>
              <a:ea typeface="Caveat Brush"/>
              <a:cs typeface="Caveat Brush"/>
              <a:sym typeface="Caveat Brush"/>
            </a:endParaRPr>
          </a:p>
        </p:txBody>
      </p:sp>
      <p:sp>
        <p:nvSpPr>
          <p:cNvPr id="570" name="Google Shape;570;p20"/>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71" name="Google Shape;571;p20"/>
          <p:cNvSpPr txBox="1"/>
          <p:nvPr/>
        </p:nvSpPr>
        <p:spPr>
          <a:xfrm>
            <a:off x="731250" y="1426150"/>
            <a:ext cx="5330700" cy="355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Barlow"/>
                <a:ea typeface="Barlow"/>
                <a:cs typeface="Barlow"/>
                <a:sym typeface="Barlow"/>
              </a:rPr>
              <a:t>Satellite Navigation Systems/Global Positioning System</a:t>
            </a:r>
            <a:r>
              <a:rPr b="1" lang="en" sz="2000">
                <a:latin typeface="Barlow"/>
                <a:ea typeface="Barlow"/>
                <a:cs typeface="Barlow"/>
                <a:sym typeface="Barlow"/>
              </a:rPr>
              <a:t> (GPS) </a:t>
            </a:r>
            <a:endParaRPr b="1" sz="2000">
              <a:latin typeface="Barlow"/>
              <a:ea typeface="Barlow"/>
              <a:cs typeface="Barlow"/>
              <a:sym typeface="Barlow"/>
            </a:endParaRPr>
          </a:p>
          <a:p>
            <a:pPr indent="-355600" lvl="0" marL="457200" rtl="0" algn="l">
              <a:spcBef>
                <a:spcPts val="1000"/>
              </a:spcBef>
              <a:spcAft>
                <a:spcPts val="0"/>
              </a:spcAft>
              <a:buClr>
                <a:srgbClr val="FF9900"/>
              </a:buClr>
              <a:buSzPts val="2000"/>
              <a:buFont typeface="Barlow"/>
              <a:buChar char="●"/>
            </a:pPr>
            <a:r>
              <a:rPr lang="en" sz="2000">
                <a:latin typeface="Barlow Light"/>
                <a:ea typeface="Barlow Light"/>
                <a:cs typeface="Barlow Light"/>
                <a:sym typeface="Barlow Light"/>
              </a:rPr>
              <a:t>Satellites orbit the earth and communicate locational information to GPS receivers. </a:t>
            </a:r>
            <a:endParaRPr sz="2000">
              <a:latin typeface="Barlow Light"/>
              <a:ea typeface="Barlow Light"/>
              <a:cs typeface="Barlow Light"/>
              <a:sym typeface="Barlow Light"/>
            </a:endParaRPr>
          </a:p>
          <a:p>
            <a:pPr indent="-355600" lvl="0" marL="457200" rtl="0" algn="l">
              <a:spcBef>
                <a:spcPts val="0"/>
              </a:spcBef>
              <a:spcAft>
                <a:spcPts val="0"/>
              </a:spcAft>
              <a:buClr>
                <a:srgbClr val="FF9900"/>
              </a:buClr>
              <a:buSzPts val="2000"/>
              <a:buFont typeface="Barlow Light"/>
              <a:buChar char="●"/>
            </a:pPr>
            <a:r>
              <a:rPr lang="en" sz="2000">
                <a:latin typeface="Barlow Light"/>
                <a:ea typeface="Barlow Light"/>
                <a:cs typeface="Barlow Light"/>
                <a:sym typeface="Barlow Light"/>
              </a:rPr>
              <a:t>Absolute location </a:t>
            </a:r>
            <a:endParaRPr sz="2000">
              <a:latin typeface="Barlow Light"/>
              <a:ea typeface="Barlow Light"/>
              <a:cs typeface="Barlow Light"/>
              <a:sym typeface="Barlow Light"/>
            </a:endParaRPr>
          </a:p>
          <a:p>
            <a:pPr indent="-355600" lvl="1" marL="914400" rtl="0" algn="l">
              <a:spcBef>
                <a:spcPts val="0"/>
              </a:spcBef>
              <a:spcAft>
                <a:spcPts val="0"/>
              </a:spcAft>
              <a:buSzPts val="2000"/>
              <a:buFont typeface="Barlow Light"/>
              <a:buChar char="○"/>
            </a:pPr>
            <a:r>
              <a:rPr lang="en" sz="2000">
                <a:latin typeface="Barlow Light"/>
                <a:ea typeface="Barlow Light"/>
                <a:cs typeface="Barlow Light"/>
                <a:sym typeface="Barlow Light"/>
              </a:rPr>
              <a:t>Navigation -&gt; ships, cars, aircraft</a:t>
            </a:r>
            <a:endParaRPr sz="2000">
              <a:latin typeface="Barlow Light"/>
              <a:ea typeface="Barlow Light"/>
              <a:cs typeface="Barlow Light"/>
              <a:sym typeface="Barlow Light"/>
            </a:endParaRPr>
          </a:p>
          <a:p>
            <a:pPr indent="0" lvl="0" marL="0" rtl="0" algn="l">
              <a:spcBef>
                <a:spcPts val="0"/>
              </a:spcBef>
              <a:spcAft>
                <a:spcPts val="0"/>
              </a:spcAft>
              <a:buNone/>
            </a:pPr>
            <a:r>
              <a:t/>
            </a:r>
            <a:endParaRPr sz="2000">
              <a:latin typeface="Barlow Light"/>
              <a:ea typeface="Barlow Light"/>
              <a:cs typeface="Barlow Light"/>
              <a:sym typeface="Barlow Light"/>
            </a:endParaRPr>
          </a:p>
          <a:p>
            <a:pPr indent="0" lvl="0" marL="0" rtl="0" algn="l">
              <a:spcBef>
                <a:spcPts val="0"/>
              </a:spcBef>
              <a:spcAft>
                <a:spcPts val="0"/>
              </a:spcAft>
              <a:buNone/>
            </a:pPr>
            <a:r>
              <a:rPr b="1" lang="en" sz="2000">
                <a:latin typeface="Barlow"/>
                <a:ea typeface="Barlow"/>
                <a:cs typeface="Barlow"/>
                <a:sym typeface="Barlow"/>
              </a:rPr>
              <a:t>Aerial Photography</a:t>
            </a:r>
            <a:endParaRPr b="1" sz="2000">
              <a:latin typeface="Barlow"/>
              <a:ea typeface="Barlow"/>
              <a:cs typeface="Barlow"/>
              <a:sym typeface="Barlow"/>
            </a:endParaRPr>
          </a:p>
          <a:p>
            <a:pPr indent="-355600" lvl="0" marL="457200" rtl="0" algn="l">
              <a:spcBef>
                <a:spcPts val="0"/>
              </a:spcBef>
              <a:spcAft>
                <a:spcPts val="0"/>
              </a:spcAft>
              <a:buClr>
                <a:srgbClr val="FF9900"/>
              </a:buClr>
              <a:buSzPts val="2000"/>
              <a:buFont typeface="Barlow Light"/>
              <a:buChar char="●"/>
            </a:pPr>
            <a:r>
              <a:rPr lang="en" sz="2000">
                <a:latin typeface="Barlow Light"/>
                <a:ea typeface="Barlow Light"/>
                <a:cs typeface="Barlow Light"/>
                <a:sym typeface="Barlow Light"/>
              </a:rPr>
              <a:t>Professional images captured from planes or drones. </a:t>
            </a:r>
            <a:endParaRPr sz="2000">
              <a:latin typeface="Barlow Light"/>
              <a:ea typeface="Barlow Light"/>
              <a:cs typeface="Barlow Light"/>
              <a:sym typeface="Barlow Light"/>
            </a:endParaRPr>
          </a:p>
          <a:p>
            <a:pPr indent="0" lvl="0" marL="0" rtl="0" algn="l">
              <a:spcBef>
                <a:spcPts val="0"/>
              </a:spcBef>
              <a:spcAft>
                <a:spcPts val="0"/>
              </a:spcAft>
              <a:buNone/>
            </a:pPr>
            <a:r>
              <a:t/>
            </a:r>
            <a:endParaRPr b="1" sz="2000">
              <a:latin typeface="Barlow"/>
              <a:ea typeface="Barlow"/>
              <a:cs typeface="Barlow"/>
              <a:sym typeface="Barlow"/>
            </a:endParaRPr>
          </a:p>
        </p:txBody>
      </p:sp>
      <p:pic>
        <p:nvPicPr>
          <p:cNvPr id="572" name="Google Shape;572;p20"/>
          <p:cNvPicPr preferRelativeResize="0"/>
          <p:nvPr/>
        </p:nvPicPr>
        <p:blipFill>
          <a:blip r:embed="rId3">
            <a:alphaModFix/>
          </a:blip>
          <a:stretch>
            <a:fillRect/>
          </a:stretch>
        </p:blipFill>
        <p:spPr>
          <a:xfrm>
            <a:off x="6133850" y="1475150"/>
            <a:ext cx="2857500" cy="2857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21"/>
          <p:cNvSpPr txBox="1"/>
          <p:nvPr>
            <p:ph idx="12" type="sldNum"/>
          </p:nvPr>
        </p:nvSpPr>
        <p:spPr>
          <a:xfrm>
            <a:off x="849050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solidFill>
                  <a:schemeClr val="dk1"/>
                </a:solidFill>
              </a:rPr>
              <a:t>‹#›</a:t>
            </a:fld>
            <a:endParaRPr>
              <a:solidFill>
                <a:schemeClr val="dk1"/>
              </a:solidFill>
            </a:endParaRPr>
          </a:p>
        </p:txBody>
      </p:sp>
      <p:pic>
        <p:nvPicPr>
          <p:cNvPr id="578" name="Google Shape;578;p21"/>
          <p:cNvPicPr preferRelativeResize="0"/>
          <p:nvPr/>
        </p:nvPicPr>
        <p:blipFill>
          <a:blip r:embed="rId3">
            <a:alphaModFix/>
          </a:blip>
          <a:stretch>
            <a:fillRect/>
          </a:stretch>
        </p:blipFill>
        <p:spPr>
          <a:xfrm>
            <a:off x="679025" y="460225"/>
            <a:ext cx="8464975" cy="3680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22"/>
          <p:cNvSpPr txBox="1"/>
          <p:nvPr>
            <p:ph idx="12" type="sldNum"/>
          </p:nvPr>
        </p:nvSpPr>
        <p:spPr>
          <a:xfrm>
            <a:off x="849050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84" name="Google Shape;584;p22"/>
          <p:cNvPicPr preferRelativeResize="0"/>
          <p:nvPr/>
        </p:nvPicPr>
        <p:blipFill>
          <a:blip r:embed="rId3">
            <a:alphaModFix/>
          </a:blip>
          <a:stretch>
            <a:fillRect/>
          </a:stretch>
        </p:blipFill>
        <p:spPr>
          <a:xfrm>
            <a:off x="26525" y="588921"/>
            <a:ext cx="9144000" cy="313325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23"/>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lnSpc>
                <a:spcPct val="115000"/>
              </a:lnSpc>
              <a:spcBef>
                <a:spcPts val="600"/>
              </a:spcBef>
              <a:spcAft>
                <a:spcPts val="0"/>
              </a:spcAft>
              <a:buNone/>
            </a:pPr>
            <a:r>
              <a:rPr b="1" lang="en" sz="2400">
                <a:solidFill>
                  <a:srgbClr val="FFFFFF"/>
                </a:solidFill>
                <a:latin typeface="Barlow"/>
                <a:ea typeface="Barlow"/>
                <a:cs typeface="Barlow"/>
                <a:sym typeface="Barlow"/>
              </a:rPr>
              <a:t>Identify different methods of geographic data collection.</a:t>
            </a:r>
            <a:endParaRPr sz="2400">
              <a:latin typeface="Caveat Brush"/>
              <a:ea typeface="Caveat Brush"/>
              <a:cs typeface="Caveat Brush"/>
              <a:sym typeface="Caveat Brush"/>
            </a:endParaRPr>
          </a:p>
        </p:txBody>
      </p:sp>
      <p:sp>
        <p:nvSpPr>
          <p:cNvPr id="590" name="Google Shape;590;p23"/>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91" name="Google Shape;591;p23"/>
          <p:cNvSpPr txBox="1"/>
          <p:nvPr/>
        </p:nvSpPr>
        <p:spPr>
          <a:xfrm>
            <a:off x="731250" y="1426150"/>
            <a:ext cx="5330700" cy="355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latin typeface="Barlow"/>
                <a:ea typeface="Barlow"/>
                <a:cs typeface="Barlow"/>
                <a:sym typeface="Barlow"/>
              </a:rPr>
              <a:t>Remote Sensing </a:t>
            </a:r>
            <a:endParaRPr b="1" sz="2000">
              <a:latin typeface="Barlow"/>
              <a:ea typeface="Barlow"/>
              <a:cs typeface="Barlow"/>
              <a:sym typeface="Barlow"/>
            </a:endParaRPr>
          </a:p>
          <a:p>
            <a:pPr indent="-355600" lvl="0" marL="457200" rtl="0" algn="l">
              <a:spcBef>
                <a:spcPts val="1000"/>
              </a:spcBef>
              <a:spcAft>
                <a:spcPts val="0"/>
              </a:spcAft>
              <a:buClr>
                <a:srgbClr val="FF9900"/>
              </a:buClr>
              <a:buSzPts val="2000"/>
              <a:buFont typeface="Barlow"/>
              <a:buChar char="●"/>
            </a:pPr>
            <a:r>
              <a:rPr lang="en" sz="2000">
                <a:latin typeface="Barlow Light"/>
                <a:ea typeface="Barlow Light"/>
                <a:cs typeface="Barlow Light"/>
                <a:sym typeface="Barlow Light"/>
              </a:rPr>
              <a:t>The use of cameras or other sensors mounted on aircraft or satellites which orbit the earth above the atmosphere to collect digital images of the earth’s surface. </a:t>
            </a:r>
            <a:endParaRPr sz="2000">
              <a:latin typeface="Barlow Light"/>
              <a:ea typeface="Barlow Light"/>
              <a:cs typeface="Barlow Light"/>
              <a:sym typeface="Barlow Light"/>
            </a:endParaRPr>
          </a:p>
          <a:p>
            <a:pPr indent="-355600" lvl="0" marL="457200" rtl="0" algn="l">
              <a:spcBef>
                <a:spcPts val="0"/>
              </a:spcBef>
              <a:spcAft>
                <a:spcPts val="0"/>
              </a:spcAft>
              <a:buClr>
                <a:srgbClr val="FF9900"/>
              </a:buClr>
              <a:buSzPts val="2000"/>
              <a:buFont typeface="Barlow Light"/>
              <a:buChar char="●"/>
            </a:pPr>
            <a:r>
              <a:rPr lang="en" sz="2000">
                <a:latin typeface="Barlow Light"/>
                <a:ea typeface="Barlow Light"/>
                <a:cs typeface="Barlow Light"/>
                <a:sym typeface="Barlow Light"/>
              </a:rPr>
              <a:t>Examples: </a:t>
            </a:r>
            <a:endParaRPr sz="2000">
              <a:latin typeface="Barlow Light"/>
              <a:ea typeface="Barlow Light"/>
              <a:cs typeface="Barlow Light"/>
              <a:sym typeface="Barlow Light"/>
            </a:endParaRPr>
          </a:p>
          <a:p>
            <a:pPr indent="-355600" lvl="1" marL="914400" rtl="0" algn="l">
              <a:spcBef>
                <a:spcPts val="0"/>
              </a:spcBef>
              <a:spcAft>
                <a:spcPts val="0"/>
              </a:spcAft>
              <a:buSzPts val="2000"/>
              <a:buFont typeface="Barlow Light"/>
              <a:buChar char="○"/>
            </a:pPr>
            <a:r>
              <a:rPr lang="en" sz="2000">
                <a:latin typeface="Barlow Light"/>
                <a:ea typeface="Barlow Light"/>
                <a:cs typeface="Barlow Light"/>
                <a:sym typeface="Barlow Light"/>
              </a:rPr>
              <a:t>Monitoring environmental changes </a:t>
            </a:r>
            <a:endParaRPr sz="2000">
              <a:latin typeface="Barlow Light"/>
              <a:ea typeface="Barlow Light"/>
              <a:cs typeface="Barlow Light"/>
              <a:sym typeface="Barlow Light"/>
            </a:endParaRPr>
          </a:p>
          <a:p>
            <a:pPr indent="-355600" lvl="1" marL="914400" rtl="0" algn="l">
              <a:spcBef>
                <a:spcPts val="0"/>
              </a:spcBef>
              <a:spcAft>
                <a:spcPts val="0"/>
              </a:spcAft>
              <a:buSzPts val="2000"/>
              <a:buFont typeface="Barlow Light"/>
              <a:buChar char="○"/>
            </a:pPr>
            <a:r>
              <a:rPr lang="en" sz="2000">
                <a:latin typeface="Barlow Light"/>
                <a:ea typeface="Barlow Light"/>
                <a:cs typeface="Barlow Light"/>
                <a:sym typeface="Barlow Light"/>
              </a:rPr>
              <a:t>Weather </a:t>
            </a:r>
            <a:endParaRPr sz="2000">
              <a:latin typeface="Barlow Light"/>
              <a:ea typeface="Barlow Light"/>
              <a:cs typeface="Barlow Light"/>
              <a:sym typeface="Barlow Light"/>
            </a:endParaRPr>
          </a:p>
          <a:p>
            <a:pPr indent="0" lvl="0" marL="0" rtl="0" algn="l">
              <a:spcBef>
                <a:spcPts val="0"/>
              </a:spcBef>
              <a:spcAft>
                <a:spcPts val="0"/>
              </a:spcAft>
              <a:buNone/>
            </a:pPr>
            <a:r>
              <a:t/>
            </a:r>
            <a:endParaRPr b="1" sz="2000">
              <a:latin typeface="Barlow"/>
              <a:ea typeface="Barlow"/>
              <a:cs typeface="Barlow"/>
              <a:sym typeface="Barlow"/>
            </a:endParaRPr>
          </a:p>
        </p:txBody>
      </p:sp>
      <p:pic>
        <p:nvPicPr>
          <p:cNvPr id="592" name="Google Shape;592;p23"/>
          <p:cNvPicPr preferRelativeResize="0"/>
          <p:nvPr/>
        </p:nvPicPr>
        <p:blipFill>
          <a:blip r:embed="rId3">
            <a:alphaModFix/>
          </a:blip>
          <a:stretch>
            <a:fillRect/>
          </a:stretch>
        </p:blipFill>
        <p:spPr>
          <a:xfrm>
            <a:off x="5738060" y="2091814"/>
            <a:ext cx="3243840" cy="18057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24"/>
          <p:cNvSpPr txBox="1"/>
          <p:nvPr>
            <p:ph idx="12" type="sldNum"/>
          </p:nvPr>
        </p:nvSpPr>
        <p:spPr>
          <a:xfrm>
            <a:off x="849050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solidFill>
                  <a:schemeClr val="dk1"/>
                </a:solidFill>
              </a:rPr>
              <a:t>‹#›</a:t>
            </a:fld>
            <a:endParaRPr>
              <a:solidFill>
                <a:schemeClr val="dk1"/>
              </a:solidFill>
            </a:endParaRPr>
          </a:p>
        </p:txBody>
      </p:sp>
      <p:sp>
        <p:nvSpPr>
          <p:cNvPr id="598" name="Google Shape;598;p24"/>
          <p:cNvSpPr txBox="1"/>
          <p:nvPr/>
        </p:nvSpPr>
        <p:spPr>
          <a:xfrm>
            <a:off x="773900" y="3454275"/>
            <a:ext cx="7716600" cy="159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50">
                <a:solidFill>
                  <a:srgbClr val="292B2C"/>
                </a:solidFill>
                <a:latin typeface="Barlow"/>
                <a:ea typeface="Barlow"/>
                <a:cs typeface="Barlow"/>
                <a:sym typeface="Barlow"/>
              </a:rPr>
              <a:t>In order to circumvent the unwillingness of the North Korean authorities to allow human rights investigators access, Amnesty International and others have used remote sensing tools, such as satellite imagery, to provide more information about the human rights situation in North Korea. Previous satellite image analysis released by Amnesty International suggests the use and expansion of North Korea’s notorious political prison camps, and the blurring of the boundary between kwanliso 14 and surrounding villages.</a:t>
            </a:r>
            <a:endParaRPr sz="1350">
              <a:solidFill>
                <a:srgbClr val="292B2C"/>
              </a:solidFill>
              <a:latin typeface="Barlow"/>
              <a:ea typeface="Barlow"/>
              <a:cs typeface="Barlow"/>
              <a:sym typeface="Barlow"/>
            </a:endParaRPr>
          </a:p>
          <a:p>
            <a:pPr indent="0" lvl="0" marL="0" rtl="0" algn="l">
              <a:spcBef>
                <a:spcPts val="1200"/>
              </a:spcBef>
              <a:spcAft>
                <a:spcPts val="0"/>
              </a:spcAft>
              <a:buNone/>
            </a:pPr>
            <a:r>
              <a:t/>
            </a:r>
            <a:endParaRPr sz="800">
              <a:latin typeface="Barlow"/>
              <a:ea typeface="Barlow"/>
              <a:cs typeface="Barlow"/>
              <a:sym typeface="Barlow"/>
            </a:endParaRPr>
          </a:p>
          <a:p>
            <a:pPr indent="0" lvl="0" marL="0" rtl="0" algn="l">
              <a:spcBef>
                <a:spcPts val="0"/>
              </a:spcBef>
              <a:spcAft>
                <a:spcPts val="0"/>
              </a:spcAft>
              <a:buNone/>
            </a:pPr>
            <a:r>
              <a:t/>
            </a:r>
            <a:endParaRPr sz="800">
              <a:latin typeface="Barlow"/>
              <a:ea typeface="Barlow"/>
              <a:cs typeface="Barlow"/>
              <a:sym typeface="Barlow"/>
            </a:endParaRPr>
          </a:p>
          <a:p>
            <a:pPr indent="0" lvl="0" marL="0" rtl="0" algn="l">
              <a:spcBef>
                <a:spcPts val="0"/>
              </a:spcBef>
              <a:spcAft>
                <a:spcPts val="0"/>
              </a:spcAft>
              <a:buNone/>
            </a:pPr>
            <a:r>
              <a:t/>
            </a:r>
            <a:endParaRPr sz="800">
              <a:latin typeface="Barlow"/>
              <a:ea typeface="Barlow"/>
              <a:cs typeface="Barlow"/>
              <a:sym typeface="Barlow"/>
            </a:endParaRPr>
          </a:p>
          <a:p>
            <a:pPr indent="0" lvl="0" marL="0" rtl="0" algn="l">
              <a:spcBef>
                <a:spcPts val="0"/>
              </a:spcBef>
              <a:spcAft>
                <a:spcPts val="0"/>
              </a:spcAft>
              <a:buNone/>
            </a:pPr>
            <a:r>
              <a:t/>
            </a:r>
            <a:endParaRPr sz="800">
              <a:latin typeface="Barlow"/>
              <a:ea typeface="Barlow"/>
              <a:cs typeface="Barlow"/>
              <a:sym typeface="Barlow"/>
            </a:endParaRPr>
          </a:p>
          <a:p>
            <a:pPr indent="0" lvl="0" marL="0" rtl="0" algn="l">
              <a:spcBef>
                <a:spcPts val="0"/>
              </a:spcBef>
              <a:spcAft>
                <a:spcPts val="0"/>
              </a:spcAft>
              <a:buNone/>
            </a:pPr>
            <a:r>
              <a:t/>
            </a:r>
            <a:endParaRPr sz="800">
              <a:latin typeface="Barlow"/>
              <a:ea typeface="Barlow"/>
              <a:cs typeface="Barlow"/>
              <a:sym typeface="Barlow"/>
            </a:endParaRPr>
          </a:p>
          <a:p>
            <a:pPr indent="0" lvl="0" marL="0" rtl="0" algn="l">
              <a:spcBef>
                <a:spcPts val="0"/>
              </a:spcBef>
              <a:spcAft>
                <a:spcPts val="0"/>
              </a:spcAft>
              <a:buNone/>
            </a:pPr>
            <a:r>
              <a:t/>
            </a:r>
            <a:endParaRPr sz="800">
              <a:latin typeface="Barlow"/>
              <a:ea typeface="Barlow"/>
              <a:cs typeface="Barlow"/>
              <a:sym typeface="Barlow"/>
            </a:endParaRPr>
          </a:p>
          <a:p>
            <a:pPr indent="0" lvl="0" marL="0" rtl="0" algn="l">
              <a:spcBef>
                <a:spcPts val="0"/>
              </a:spcBef>
              <a:spcAft>
                <a:spcPts val="0"/>
              </a:spcAft>
              <a:buNone/>
            </a:pPr>
            <a:r>
              <a:t/>
            </a:r>
            <a:endParaRPr sz="800">
              <a:latin typeface="Barlow"/>
              <a:ea typeface="Barlow"/>
              <a:cs typeface="Barlow"/>
              <a:sym typeface="Barlow"/>
            </a:endParaRPr>
          </a:p>
          <a:p>
            <a:pPr indent="0" lvl="0" marL="0" rtl="0" algn="l">
              <a:spcBef>
                <a:spcPts val="0"/>
              </a:spcBef>
              <a:spcAft>
                <a:spcPts val="0"/>
              </a:spcAft>
              <a:buNone/>
            </a:pPr>
            <a:r>
              <a:t/>
            </a:r>
            <a:endParaRPr sz="800">
              <a:latin typeface="Barlow"/>
              <a:ea typeface="Barlow"/>
              <a:cs typeface="Barlow"/>
              <a:sym typeface="Barlow"/>
            </a:endParaRPr>
          </a:p>
        </p:txBody>
      </p:sp>
      <p:pic>
        <p:nvPicPr>
          <p:cNvPr id="599" name="Google Shape;599;p24"/>
          <p:cNvPicPr preferRelativeResize="0"/>
          <p:nvPr/>
        </p:nvPicPr>
        <p:blipFill>
          <a:blip r:embed="rId3">
            <a:alphaModFix/>
          </a:blip>
          <a:stretch>
            <a:fillRect/>
          </a:stretch>
        </p:blipFill>
        <p:spPr>
          <a:xfrm>
            <a:off x="3224650" y="132625"/>
            <a:ext cx="5494451" cy="3321650"/>
          </a:xfrm>
          <a:prstGeom prst="rect">
            <a:avLst/>
          </a:prstGeom>
          <a:noFill/>
          <a:ln>
            <a:noFill/>
          </a:ln>
        </p:spPr>
      </p:pic>
      <p:sp>
        <p:nvSpPr>
          <p:cNvPr id="600" name="Google Shape;600;p24"/>
          <p:cNvSpPr txBox="1"/>
          <p:nvPr/>
        </p:nvSpPr>
        <p:spPr>
          <a:xfrm>
            <a:off x="1028275" y="181550"/>
            <a:ext cx="2046000" cy="177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1000"/>
              </a:spcAft>
              <a:buNone/>
            </a:pPr>
            <a:r>
              <a:rPr b="1" lang="en" sz="2000">
                <a:latin typeface="Barlow"/>
                <a:ea typeface="Barlow"/>
                <a:cs typeface="Barlow"/>
                <a:sym typeface="Barlow"/>
              </a:rPr>
              <a:t>Example of Remote Sensing: North Korean Prison Camps</a:t>
            </a:r>
            <a:endParaRPr b="1" sz="2000">
              <a:latin typeface="Barlow"/>
              <a:ea typeface="Barlow"/>
              <a:cs typeface="Barlow"/>
              <a:sym typeface="Barlow"/>
            </a:endParaRPr>
          </a:p>
        </p:txBody>
      </p:sp>
      <p:sp>
        <p:nvSpPr>
          <p:cNvPr id="601" name="Google Shape;601;p24"/>
          <p:cNvSpPr txBox="1"/>
          <p:nvPr/>
        </p:nvSpPr>
        <p:spPr>
          <a:xfrm>
            <a:off x="790775" y="1868775"/>
            <a:ext cx="2349000" cy="144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Barlow"/>
                <a:ea typeface="Barlow"/>
                <a:cs typeface="Barlow"/>
                <a:sym typeface="Barlow"/>
              </a:rPr>
              <a:t>“We worked in the farms (at kwanliso 15) from 7am to 8pm. We cultivated corn. We were divided to work in units comprising 10-15 people each. We were given a daily production target that we had to meet. If the unit did not meet the daily target, the unit-members were punished collectively. During the course of our three-year detention, often we did not meet our targets because we were always hungry and weak. We were punished with beatings and also reductions in our food quota. In addition to that, in the Ideology Struggle Sessions that were held after work, those who did not meet the target were severely criticized and beaten by other inmates.”</a:t>
            </a:r>
            <a:endParaRPr sz="700">
              <a:latin typeface="Barlow"/>
              <a:ea typeface="Barlow"/>
              <a:cs typeface="Barlow"/>
              <a:sym typeface="Barlow"/>
            </a:endParaRPr>
          </a:p>
          <a:p>
            <a:pPr indent="0" lvl="0" marL="0" rtl="0" algn="l">
              <a:spcBef>
                <a:spcPts val="0"/>
              </a:spcBef>
              <a:spcAft>
                <a:spcPts val="0"/>
              </a:spcAft>
              <a:buNone/>
            </a:pPr>
            <a:r>
              <a:t/>
            </a:r>
            <a:endParaRPr>
              <a:latin typeface="Barlow Light"/>
              <a:ea typeface="Barlow Light"/>
              <a:cs typeface="Barlow Light"/>
              <a:sym typeface="Barlow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25"/>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Objectives and Essential Learning </a:t>
            </a:r>
            <a:endParaRPr/>
          </a:p>
        </p:txBody>
      </p:sp>
      <p:sp>
        <p:nvSpPr>
          <p:cNvPr id="607" name="Google Shape;607;p25"/>
          <p:cNvSpPr txBox="1"/>
          <p:nvPr>
            <p:ph idx="1" type="body"/>
          </p:nvPr>
        </p:nvSpPr>
        <p:spPr>
          <a:xfrm>
            <a:off x="770100" y="1390125"/>
            <a:ext cx="7159200" cy="35847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2200"/>
              <a:t>1.2 Identify different methods of geographic data collection.</a:t>
            </a:r>
            <a:endParaRPr sz="2200"/>
          </a:p>
          <a:p>
            <a:pPr indent="0" lvl="0" marL="0" rtl="0" algn="l">
              <a:lnSpc>
                <a:spcPct val="100000"/>
              </a:lnSpc>
              <a:spcBef>
                <a:spcPts val="0"/>
              </a:spcBef>
              <a:spcAft>
                <a:spcPts val="0"/>
              </a:spcAft>
              <a:buNone/>
            </a:pPr>
            <a:r>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1000"/>
              </a:spcBef>
              <a:spcAft>
                <a:spcPts val="0"/>
              </a:spcAft>
              <a:buNone/>
            </a:pPr>
            <a:r>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1000"/>
              </a:spcBef>
              <a:spcAft>
                <a:spcPts val="0"/>
              </a:spcAft>
              <a:buNone/>
            </a:pPr>
            <a:r>
              <a:rPr lang="en" sz="2100"/>
              <a:t>1.3 Explain the geographic effects of decisions made using geographical information.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t/>
            </a:r>
            <a:endParaRPr/>
          </a:p>
        </p:txBody>
      </p:sp>
      <p:sp>
        <p:nvSpPr>
          <p:cNvPr id="608" name="Google Shape;608;p25"/>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609" name="Google Shape;609;p25"/>
          <p:cNvPicPr preferRelativeResize="0"/>
          <p:nvPr/>
        </p:nvPicPr>
        <p:blipFill>
          <a:blip r:embed="rId3">
            <a:alphaModFix/>
          </a:blip>
          <a:stretch>
            <a:fillRect/>
          </a:stretch>
        </p:blipFill>
        <p:spPr>
          <a:xfrm rot="749764">
            <a:off x="7682076" y="1624701"/>
            <a:ext cx="1277501" cy="12775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odovico template">
  <a:themeElements>
    <a:clrScheme name="Custom 347">
      <a:dk1>
        <a:srgbClr val="272A36"/>
      </a:dk1>
      <a:lt1>
        <a:srgbClr val="FFFFFF"/>
      </a:lt1>
      <a:dk2>
        <a:srgbClr val="808392"/>
      </a:dk2>
      <a:lt2>
        <a:srgbClr val="E0E0E7"/>
      </a:lt2>
      <a:accent1>
        <a:srgbClr val="FFAD1D"/>
      </a:accent1>
      <a:accent2>
        <a:srgbClr val="EB7700"/>
      </a:accent2>
      <a:accent3>
        <a:srgbClr val="FD7E6B"/>
      </a:accent3>
      <a:accent4>
        <a:srgbClr val="F03131"/>
      </a:accent4>
      <a:accent5>
        <a:srgbClr val="41B5FF"/>
      </a:accent5>
      <a:accent6>
        <a:srgbClr val="1E87CA"/>
      </a:accent6>
      <a:hlink>
        <a:srgbClr val="272A36"/>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