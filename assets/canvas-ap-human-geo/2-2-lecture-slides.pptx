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5f391192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35f391192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802693956f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802693956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9bc5e7d40e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9bc5e7d40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9bc5e7d40e_0_1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9bc5e7d40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9bc5e7d40e_0_4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9bc5e7d40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9bc5e7d40e_0_6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9bc5e7d40e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9bc5e7d40e_0_8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9bc5e7d40e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9bc5e7d40e_0_9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9bc5e7d40e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-225" y="0"/>
            <a:ext cx="9144224" cy="5143512"/>
            <a:chOff x="-225" y="0"/>
            <a:chExt cx="9144224" cy="5143512"/>
          </a:xfrm>
        </p:grpSpPr>
        <p:sp>
          <p:nvSpPr>
            <p:cNvPr id="11" name="Google Shape;11;p2"/>
            <p:cNvSpPr/>
            <p:nvPr/>
          </p:nvSpPr>
          <p:spPr>
            <a:xfrm>
              <a:off x="0" y="0"/>
              <a:ext cx="61002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-175" y="1541675"/>
              <a:ext cx="6870000" cy="2060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" name="Google Shape;13;p2"/>
            <p:cNvGrpSpPr/>
            <p:nvPr/>
          </p:nvGrpSpPr>
          <p:grpSpPr>
            <a:xfrm>
              <a:off x="8477595" y="4477088"/>
              <a:ext cx="666403" cy="666424"/>
              <a:chOff x="7996345" y="980275"/>
              <a:chExt cx="666403" cy="666424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7996345" y="980275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8198672" y="980275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8400998" y="980275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996345" y="1182617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8198672" y="1182617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8400998" y="1182617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7996345" y="1384958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198672" y="1384958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400998" y="1384958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7996345" y="1587299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8198672" y="1587299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400998" y="1587299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603324" y="980275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603324" y="1182617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603324" y="1384958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8603349" y="1587299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>
              <a:off x="7042555" y="1541664"/>
              <a:ext cx="730045" cy="2060087"/>
              <a:chOff x="7022220" y="1541675"/>
              <a:chExt cx="666403" cy="1880499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7022220" y="1541675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7224547" y="1541675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7426873" y="1541675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7022220" y="1744017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7224547" y="1744017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7426873" y="1744017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7022220" y="1946358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7224547" y="1946358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7426873" y="1946358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7022220" y="2148699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7224547" y="2148699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7426873" y="2148699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7629199" y="1541675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7629199" y="1744017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7629199" y="1946358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7629224" y="2148699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7022220" y="2351050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7224547" y="2351050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7426873" y="2351050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7022220" y="2553392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7224547" y="2553392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7426873" y="2553392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7022220" y="27557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7224547" y="27557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7426873" y="27557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7022220" y="29580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7224547" y="29580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7426873" y="29580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7629199" y="2351050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7629199" y="2553392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7629199" y="27557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7629224" y="29580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7022220" y="31604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7224547" y="31604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p2"/>
              <p:cNvSpPr/>
              <p:nvPr/>
            </p:nvSpPr>
            <p:spPr>
              <a:xfrm>
                <a:off x="7426873" y="31604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2"/>
              <p:cNvSpPr/>
              <p:nvPr/>
            </p:nvSpPr>
            <p:spPr>
              <a:xfrm>
                <a:off x="7022220" y="33627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7224547" y="33627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7426873" y="33627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7629199" y="31604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7629224" y="33627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2"/>
            <p:cNvGrpSpPr/>
            <p:nvPr/>
          </p:nvGrpSpPr>
          <p:grpSpPr>
            <a:xfrm>
              <a:off x="-225" y="2008293"/>
              <a:ext cx="301775" cy="1126923"/>
              <a:chOff x="-225" y="1987280"/>
              <a:chExt cx="318900" cy="1190873"/>
            </a:xfrm>
          </p:grpSpPr>
          <p:sp>
            <p:nvSpPr>
              <p:cNvPr id="72" name="Google Shape;72;p2"/>
              <p:cNvSpPr/>
              <p:nvPr/>
            </p:nvSpPr>
            <p:spPr>
              <a:xfrm>
                <a:off x="-175" y="1987280"/>
                <a:ext cx="318794" cy="11664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>
                <a:off x="-175" y="2255817"/>
                <a:ext cx="318794" cy="11664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>
                <a:off x="-175" y="2524353"/>
                <a:ext cx="318794" cy="11664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2"/>
              <p:cNvSpPr/>
              <p:nvPr/>
            </p:nvSpPr>
            <p:spPr>
              <a:xfrm>
                <a:off x="-225" y="2792878"/>
                <a:ext cx="318900" cy="1167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>
                <a:off x="-225" y="3061453"/>
                <a:ext cx="318900" cy="1167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" name="Google Shape;77;p2"/>
            <p:cNvGrpSpPr/>
            <p:nvPr/>
          </p:nvGrpSpPr>
          <p:grpSpPr>
            <a:xfrm>
              <a:off x="8842175" y="668859"/>
              <a:ext cx="301822" cy="872807"/>
              <a:chOff x="-225" y="2255817"/>
              <a:chExt cx="318950" cy="922336"/>
            </a:xfrm>
          </p:grpSpPr>
          <p:sp>
            <p:nvSpPr>
              <p:cNvPr id="78" name="Google Shape;78;p2"/>
              <p:cNvSpPr/>
              <p:nvPr/>
            </p:nvSpPr>
            <p:spPr>
              <a:xfrm>
                <a:off x="-175" y="2255817"/>
                <a:ext cx="318900" cy="116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2"/>
              <p:cNvSpPr/>
              <p:nvPr/>
            </p:nvSpPr>
            <p:spPr>
              <a:xfrm>
                <a:off x="-175" y="2524353"/>
                <a:ext cx="318900" cy="116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2"/>
              <p:cNvSpPr/>
              <p:nvPr/>
            </p:nvSpPr>
            <p:spPr>
              <a:xfrm>
                <a:off x="-225" y="2792878"/>
                <a:ext cx="318900" cy="116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2"/>
              <p:cNvSpPr/>
              <p:nvPr/>
            </p:nvSpPr>
            <p:spPr>
              <a:xfrm>
                <a:off x="-225" y="3061453"/>
                <a:ext cx="318900" cy="116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2" name="Google Shape;82;p2"/>
            <p:cNvGrpSpPr/>
            <p:nvPr/>
          </p:nvGrpSpPr>
          <p:grpSpPr>
            <a:xfrm>
              <a:off x="5798375" y="4270684"/>
              <a:ext cx="301822" cy="872807"/>
              <a:chOff x="1611209" y="2255817"/>
              <a:chExt cx="318950" cy="922336"/>
            </a:xfrm>
          </p:grpSpPr>
          <p:sp>
            <p:nvSpPr>
              <p:cNvPr id="83" name="Google Shape;83;p2"/>
              <p:cNvSpPr/>
              <p:nvPr/>
            </p:nvSpPr>
            <p:spPr>
              <a:xfrm>
                <a:off x="1611259" y="2255817"/>
                <a:ext cx="318900" cy="116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2"/>
              <p:cNvSpPr/>
              <p:nvPr/>
            </p:nvSpPr>
            <p:spPr>
              <a:xfrm>
                <a:off x="1611259" y="2524353"/>
                <a:ext cx="318900" cy="116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2"/>
              <p:cNvSpPr/>
              <p:nvPr/>
            </p:nvSpPr>
            <p:spPr>
              <a:xfrm>
                <a:off x="1611209" y="2792878"/>
                <a:ext cx="318900" cy="116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2"/>
              <p:cNvSpPr/>
              <p:nvPr/>
            </p:nvSpPr>
            <p:spPr>
              <a:xfrm>
                <a:off x="1611209" y="3061453"/>
                <a:ext cx="318900" cy="116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7" name="Google Shape;87;p2"/>
            <p:cNvGrpSpPr/>
            <p:nvPr/>
          </p:nvGrpSpPr>
          <p:grpSpPr>
            <a:xfrm>
              <a:off x="685795" y="0"/>
              <a:ext cx="666403" cy="666424"/>
              <a:chOff x="7996345" y="980275"/>
              <a:chExt cx="666403" cy="666424"/>
            </a:xfrm>
          </p:grpSpPr>
          <p:sp>
            <p:nvSpPr>
              <p:cNvPr id="88" name="Google Shape;88;p2"/>
              <p:cNvSpPr/>
              <p:nvPr/>
            </p:nvSpPr>
            <p:spPr>
              <a:xfrm>
                <a:off x="7996345" y="980275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2"/>
              <p:cNvSpPr/>
              <p:nvPr/>
            </p:nvSpPr>
            <p:spPr>
              <a:xfrm>
                <a:off x="8198672" y="980275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2"/>
              <p:cNvSpPr/>
              <p:nvPr/>
            </p:nvSpPr>
            <p:spPr>
              <a:xfrm>
                <a:off x="8400998" y="980275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7996345" y="1182617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8198672" y="1182617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8400998" y="1182617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7996345" y="1384958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8198672" y="1384958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8400998" y="1384958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7996345" y="1587299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8198672" y="1587299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8400998" y="1587299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2"/>
              <p:cNvSpPr/>
              <p:nvPr/>
            </p:nvSpPr>
            <p:spPr>
              <a:xfrm>
                <a:off x="8603324" y="980275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2"/>
              <p:cNvSpPr/>
              <p:nvPr/>
            </p:nvSpPr>
            <p:spPr>
              <a:xfrm>
                <a:off x="8603324" y="1182617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8603324" y="1384958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8603349" y="1587299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4" name="Google Shape;104;p2"/>
          <p:cNvSpPr txBox="1"/>
          <p:nvPr>
            <p:ph type="ctrTitle"/>
          </p:nvPr>
        </p:nvSpPr>
        <p:spPr>
          <a:xfrm>
            <a:off x="685800" y="1541675"/>
            <a:ext cx="5740200" cy="206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6100358" y="13"/>
            <a:ext cx="3050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-175" y="1541675"/>
            <a:ext cx="6870000" cy="206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8" name="Google Shape;108;p3"/>
          <p:cNvGrpSpPr/>
          <p:nvPr/>
        </p:nvGrpSpPr>
        <p:grpSpPr>
          <a:xfrm>
            <a:off x="8477595" y="4477088"/>
            <a:ext cx="666403" cy="666424"/>
            <a:chOff x="7996345" y="980275"/>
            <a:chExt cx="666403" cy="666424"/>
          </a:xfrm>
        </p:grpSpPr>
        <p:sp>
          <p:nvSpPr>
            <p:cNvPr id="109" name="Google Shape;109;p3"/>
            <p:cNvSpPr/>
            <p:nvPr/>
          </p:nvSpPr>
          <p:spPr>
            <a:xfrm>
              <a:off x="7996345" y="980275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8198672" y="980275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8400998" y="980275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7996345" y="1182617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8198672" y="1182617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8400998" y="1182617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7996345" y="1384958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8198672" y="1384958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8400998" y="1384958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7996345" y="1587299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8198672" y="1587299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8400998" y="1587299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8603324" y="980275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8603324" y="1182617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8603324" y="1384958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8603349" y="1587299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" name="Google Shape;125;p3"/>
          <p:cNvGrpSpPr/>
          <p:nvPr/>
        </p:nvGrpSpPr>
        <p:grpSpPr>
          <a:xfrm>
            <a:off x="7042555" y="1541664"/>
            <a:ext cx="508369" cy="2060087"/>
            <a:chOff x="7022220" y="1541675"/>
            <a:chExt cx="464052" cy="1880499"/>
          </a:xfrm>
        </p:grpSpPr>
        <p:sp>
          <p:nvSpPr>
            <p:cNvPr id="126" name="Google Shape;126;p3"/>
            <p:cNvSpPr/>
            <p:nvPr/>
          </p:nvSpPr>
          <p:spPr>
            <a:xfrm>
              <a:off x="7022220" y="1541675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7224547" y="1541675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7426873" y="1541675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7022220" y="1744017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7224547" y="1744017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7426873" y="1744017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7022220" y="1946358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7224547" y="1946358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7426873" y="1946358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7022220" y="2148699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7224547" y="2148699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7426873" y="2148699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7022220" y="2351050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7224547" y="2351050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7426873" y="2351050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7022220" y="2553392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7224547" y="2553392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7426873" y="2553392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7022220" y="2755733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7224547" y="2755733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7426873" y="2755733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7022220" y="2958074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7224547" y="2958074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7426873" y="2958074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7022220" y="3160433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7224547" y="3160433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7426873" y="3160433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7022220" y="3362774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7224547" y="3362774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7426873" y="3362774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6" name="Google Shape;156;p3"/>
          <p:cNvGrpSpPr/>
          <p:nvPr/>
        </p:nvGrpSpPr>
        <p:grpSpPr>
          <a:xfrm>
            <a:off x="-225" y="2135380"/>
            <a:ext cx="301822" cy="872770"/>
            <a:chOff x="-225" y="1987280"/>
            <a:chExt cx="318950" cy="922298"/>
          </a:xfrm>
        </p:grpSpPr>
        <p:sp>
          <p:nvSpPr>
            <p:cNvPr id="157" name="Google Shape;157;p3"/>
            <p:cNvSpPr/>
            <p:nvPr/>
          </p:nvSpPr>
          <p:spPr>
            <a:xfrm>
              <a:off x="-175" y="1987280"/>
              <a:ext cx="318900" cy="11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-175" y="2255817"/>
              <a:ext cx="318900" cy="11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-175" y="2524353"/>
              <a:ext cx="318900" cy="11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-225" y="2792878"/>
              <a:ext cx="318900" cy="11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1" name="Google Shape;161;p3"/>
          <p:cNvGrpSpPr/>
          <p:nvPr/>
        </p:nvGrpSpPr>
        <p:grpSpPr>
          <a:xfrm>
            <a:off x="8842175" y="668859"/>
            <a:ext cx="301822" cy="872807"/>
            <a:chOff x="-225" y="2255817"/>
            <a:chExt cx="318950" cy="922336"/>
          </a:xfrm>
        </p:grpSpPr>
        <p:sp>
          <p:nvSpPr>
            <p:cNvPr id="162" name="Google Shape;162;p3"/>
            <p:cNvSpPr/>
            <p:nvPr/>
          </p:nvSpPr>
          <p:spPr>
            <a:xfrm>
              <a:off x="-175" y="2255817"/>
              <a:ext cx="318900" cy="11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-175" y="2524353"/>
              <a:ext cx="318900" cy="11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-225" y="2792878"/>
              <a:ext cx="318900" cy="11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-225" y="3061453"/>
              <a:ext cx="318900" cy="11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6" name="Google Shape;166;p3"/>
          <p:cNvGrpSpPr/>
          <p:nvPr/>
        </p:nvGrpSpPr>
        <p:grpSpPr>
          <a:xfrm>
            <a:off x="6100350" y="4270684"/>
            <a:ext cx="301822" cy="872807"/>
            <a:chOff x="-225" y="2255817"/>
            <a:chExt cx="318950" cy="922336"/>
          </a:xfrm>
        </p:grpSpPr>
        <p:sp>
          <p:nvSpPr>
            <p:cNvPr id="167" name="Google Shape;167;p3"/>
            <p:cNvSpPr/>
            <p:nvPr/>
          </p:nvSpPr>
          <p:spPr>
            <a:xfrm>
              <a:off x="-175" y="2255817"/>
              <a:ext cx="318900" cy="11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-175" y="2524353"/>
              <a:ext cx="318900" cy="11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-225" y="2792878"/>
              <a:ext cx="318900" cy="11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3"/>
            <p:cNvSpPr/>
            <p:nvPr/>
          </p:nvSpPr>
          <p:spPr>
            <a:xfrm>
              <a:off x="-225" y="3061453"/>
              <a:ext cx="318900" cy="11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1" name="Google Shape;171;p3"/>
          <p:cNvGrpSpPr/>
          <p:nvPr/>
        </p:nvGrpSpPr>
        <p:grpSpPr>
          <a:xfrm>
            <a:off x="685795" y="0"/>
            <a:ext cx="666403" cy="666424"/>
            <a:chOff x="7996345" y="980275"/>
            <a:chExt cx="666403" cy="666424"/>
          </a:xfrm>
        </p:grpSpPr>
        <p:sp>
          <p:nvSpPr>
            <p:cNvPr id="172" name="Google Shape;172;p3"/>
            <p:cNvSpPr/>
            <p:nvPr/>
          </p:nvSpPr>
          <p:spPr>
            <a:xfrm>
              <a:off x="7996345" y="980275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8198672" y="980275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8400998" y="980275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7996345" y="1182617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8198672" y="1182617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8400998" y="1182617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3"/>
            <p:cNvSpPr/>
            <p:nvPr/>
          </p:nvSpPr>
          <p:spPr>
            <a:xfrm>
              <a:off x="7996345" y="1384958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8198672" y="1384958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8400998" y="1384958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7996345" y="1587299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8198672" y="1587299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8400998" y="1587299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3"/>
            <p:cNvSpPr/>
            <p:nvPr/>
          </p:nvSpPr>
          <p:spPr>
            <a:xfrm>
              <a:off x="8603324" y="980275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3"/>
            <p:cNvSpPr/>
            <p:nvPr/>
          </p:nvSpPr>
          <p:spPr>
            <a:xfrm>
              <a:off x="8603324" y="1182617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8603324" y="1384958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8603349" y="1587299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8" name="Google Shape;188;p3"/>
          <p:cNvSpPr txBox="1"/>
          <p:nvPr>
            <p:ph type="ctrTitle"/>
          </p:nvPr>
        </p:nvSpPr>
        <p:spPr>
          <a:xfrm>
            <a:off x="603425" y="1794125"/>
            <a:ext cx="5497200" cy="8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3"/>
          <p:cNvSpPr txBox="1"/>
          <p:nvPr>
            <p:ph idx="1" type="subTitle"/>
          </p:nvPr>
        </p:nvSpPr>
        <p:spPr>
          <a:xfrm>
            <a:off x="603425" y="2604674"/>
            <a:ext cx="5497200" cy="37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" name="Google Shape;191;p4"/>
          <p:cNvGrpSpPr/>
          <p:nvPr/>
        </p:nvGrpSpPr>
        <p:grpSpPr>
          <a:xfrm>
            <a:off x="-175" y="0"/>
            <a:ext cx="9158125" cy="5149862"/>
            <a:chOff x="-175" y="0"/>
            <a:chExt cx="9158125" cy="5149862"/>
          </a:xfrm>
        </p:grpSpPr>
        <p:sp>
          <p:nvSpPr>
            <p:cNvPr id="192" name="Google Shape;192;p4"/>
            <p:cNvSpPr/>
            <p:nvPr/>
          </p:nvSpPr>
          <p:spPr>
            <a:xfrm>
              <a:off x="0" y="0"/>
              <a:ext cx="78456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3" name="Google Shape;193;p4"/>
            <p:cNvGrpSpPr/>
            <p:nvPr/>
          </p:nvGrpSpPr>
          <p:grpSpPr>
            <a:xfrm>
              <a:off x="-175" y="664293"/>
              <a:ext cx="318794" cy="653721"/>
              <a:chOff x="5385375" y="498300"/>
              <a:chExt cx="802200" cy="556500"/>
            </a:xfrm>
          </p:grpSpPr>
          <p:sp>
            <p:nvSpPr>
              <p:cNvPr id="194" name="Google Shape;194;p4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4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4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7" name="Google Shape;197;p4"/>
            <p:cNvSpPr/>
            <p:nvPr/>
          </p:nvSpPr>
          <p:spPr>
            <a:xfrm>
              <a:off x="666125" y="660475"/>
              <a:ext cx="666300" cy="666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4"/>
            <p:cNvSpPr/>
            <p:nvPr/>
          </p:nvSpPr>
          <p:spPr>
            <a:xfrm>
              <a:off x="8504250" y="4489800"/>
              <a:ext cx="6537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9" name="Google Shape;199;p4"/>
            <p:cNvGrpSpPr/>
            <p:nvPr/>
          </p:nvGrpSpPr>
          <p:grpSpPr>
            <a:xfrm>
              <a:off x="8994728" y="670955"/>
              <a:ext cx="149289" cy="653721"/>
              <a:chOff x="5385375" y="498300"/>
              <a:chExt cx="802200" cy="556500"/>
            </a:xfrm>
          </p:grpSpPr>
          <p:sp>
            <p:nvSpPr>
              <p:cNvPr id="200" name="Google Shape;200;p4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4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4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4"/>
            <p:cNvGrpSpPr/>
            <p:nvPr/>
          </p:nvGrpSpPr>
          <p:grpSpPr>
            <a:xfrm>
              <a:off x="7508545" y="3014000"/>
              <a:ext cx="666403" cy="1475799"/>
              <a:chOff x="7508545" y="664625"/>
              <a:chExt cx="666403" cy="1475799"/>
            </a:xfrm>
          </p:grpSpPr>
          <p:sp>
            <p:nvSpPr>
              <p:cNvPr id="204" name="Google Shape;204;p4"/>
              <p:cNvSpPr/>
              <p:nvPr/>
            </p:nvSpPr>
            <p:spPr>
              <a:xfrm>
                <a:off x="7508545" y="664625"/>
                <a:ext cx="59344" cy="5934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4"/>
              <p:cNvSpPr/>
              <p:nvPr/>
            </p:nvSpPr>
            <p:spPr>
              <a:xfrm>
                <a:off x="7710872" y="664625"/>
                <a:ext cx="59344" cy="5934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4"/>
              <p:cNvSpPr/>
              <p:nvPr/>
            </p:nvSpPr>
            <p:spPr>
              <a:xfrm>
                <a:off x="7913198" y="664625"/>
                <a:ext cx="59344" cy="5934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4"/>
              <p:cNvSpPr/>
              <p:nvPr/>
            </p:nvSpPr>
            <p:spPr>
              <a:xfrm>
                <a:off x="7508545" y="866967"/>
                <a:ext cx="59344" cy="5934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4"/>
              <p:cNvSpPr/>
              <p:nvPr/>
            </p:nvSpPr>
            <p:spPr>
              <a:xfrm>
                <a:off x="7710872" y="866967"/>
                <a:ext cx="59344" cy="5934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4"/>
              <p:cNvSpPr/>
              <p:nvPr/>
            </p:nvSpPr>
            <p:spPr>
              <a:xfrm>
                <a:off x="7913198" y="866967"/>
                <a:ext cx="59344" cy="5934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4"/>
              <p:cNvSpPr/>
              <p:nvPr/>
            </p:nvSpPr>
            <p:spPr>
              <a:xfrm>
                <a:off x="7508545" y="1069308"/>
                <a:ext cx="59344" cy="5934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4"/>
              <p:cNvSpPr/>
              <p:nvPr/>
            </p:nvSpPr>
            <p:spPr>
              <a:xfrm>
                <a:off x="7710872" y="1069308"/>
                <a:ext cx="59344" cy="5934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4"/>
              <p:cNvSpPr/>
              <p:nvPr/>
            </p:nvSpPr>
            <p:spPr>
              <a:xfrm>
                <a:off x="7913198" y="1069308"/>
                <a:ext cx="59344" cy="5934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4"/>
              <p:cNvSpPr/>
              <p:nvPr/>
            </p:nvSpPr>
            <p:spPr>
              <a:xfrm>
                <a:off x="7508545" y="1271649"/>
                <a:ext cx="59344" cy="5934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4"/>
              <p:cNvSpPr/>
              <p:nvPr/>
            </p:nvSpPr>
            <p:spPr>
              <a:xfrm>
                <a:off x="7710872" y="1271649"/>
                <a:ext cx="59344" cy="5934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4"/>
              <p:cNvSpPr/>
              <p:nvPr/>
            </p:nvSpPr>
            <p:spPr>
              <a:xfrm>
                <a:off x="7913198" y="1271649"/>
                <a:ext cx="59344" cy="5934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4"/>
              <p:cNvSpPr/>
              <p:nvPr/>
            </p:nvSpPr>
            <p:spPr>
              <a:xfrm>
                <a:off x="8115524" y="664625"/>
                <a:ext cx="59344" cy="5934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4"/>
              <p:cNvSpPr/>
              <p:nvPr/>
            </p:nvSpPr>
            <p:spPr>
              <a:xfrm>
                <a:off x="8115524" y="866967"/>
                <a:ext cx="59344" cy="5934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4"/>
              <p:cNvSpPr/>
              <p:nvPr/>
            </p:nvSpPr>
            <p:spPr>
              <a:xfrm>
                <a:off x="8115524" y="1069308"/>
                <a:ext cx="59344" cy="5934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4"/>
              <p:cNvSpPr/>
              <p:nvPr/>
            </p:nvSpPr>
            <p:spPr>
              <a:xfrm>
                <a:off x="8115549" y="1271649"/>
                <a:ext cx="59344" cy="5934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" name="Google Shape;220;p4"/>
              <p:cNvSpPr/>
              <p:nvPr/>
            </p:nvSpPr>
            <p:spPr>
              <a:xfrm>
                <a:off x="7508545" y="1474000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4"/>
              <p:cNvSpPr/>
              <p:nvPr/>
            </p:nvSpPr>
            <p:spPr>
              <a:xfrm>
                <a:off x="7710872" y="1474000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4"/>
              <p:cNvSpPr/>
              <p:nvPr/>
            </p:nvSpPr>
            <p:spPr>
              <a:xfrm>
                <a:off x="7913198" y="1474000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4"/>
              <p:cNvSpPr/>
              <p:nvPr/>
            </p:nvSpPr>
            <p:spPr>
              <a:xfrm>
                <a:off x="7508545" y="1676342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p4"/>
              <p:cNvSpPr/>
              <p:nvPr/>
            </p:nvSpPr>
            <p:spPr>
              <a:xfrm>
                <a:off x="7710872" y="1676342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4"/>
              <p:cNvSpPr/>
              <p:nvPr/>
            </p:nvSpPr>
            <p:spPr>
              <a:xfrm>
                <a:off x="7913198" y="1676342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4"/>
              <p:cNvSpPr/>
              <p:nvPr/>
            </p:nvSpPr>
            <p:spPr>
              <a:xfrm>
                <a:off x="7508545" y="187868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4"/>
              <p:cNvSpPr/>
              <p:nvPr/>
            </p:nvSpPr>
            <p:spPr>
              <a:xfrm>
                <a:off x="7710872" y="187868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4"/>
              <p:cNvSpPr/>
              <p:nvPr/>
            </p:nvSpPr>
            <p:spPr>
              <a:xfrm>
                <a:off x="7913198" y="187868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4"/>
              <p:cNvSpPr/>
              <p:nvPr/>
            </p:nvSpPr>
            <p:spPr>
              <a:xfrm>
                <a:off x="7508545" y="208102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4"/>
              <p:cNvSpPr/>
              <p:nvPr/>
            </p:nvSpPr>
            <p:spPr>
              <a:xfrm>
                <a:off x="7710872" y="208102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4"/>
              <p:cNvSpPr/>
              <p:nvPr/>
            </p:nvSpPr>
            <p:spPr>
              <a:xfrm>
                <a:off x="7913198" y="208102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4"/>
              <p:cNvSpPr/>
              <p:nvPr/>
            </p:nvSpPr>
            <p:spPr>
              <a:xfrm>
                <a:off x="8115524" y="1474000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4"/>
              <p:cNvSpPr/>
              <p:nvPr/>
            </p:nvSpPr>
            <p:spPr>
              <a:xfrm>
                <a:off x="8115524" y="1676342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4"/>
              <p:cNvSpPr/>
              <p:nvPr/>
            </p:nvSpPr>
            <p:spPr>
              <a:xfrm>
                <a:off x="8115524" y="187868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4"/>
              <p:cNvSpPr/>
              <p:nvPr/>
            </p:nvSpPr>
            <p:spPr>
              <a:xfrm>
                <a:off x="8115549" y="208102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6" name="Google Shape;236;p4"/>
            <p:cNvGrpSpPr/>
            <p:nvPr/>
          </p:nvGrpSpPr>
          <p:grpSpPr>
            <a:xfrm>
              <a:off x="666070" y="4483438"/>
              <a:ext cx="666403" cy="666424"/>
              <a:chOff x="7996345" y="980275"/>
              <a:chExt cx="666403" cy="666424"/>
            </a:xfrm>
          </p:grpSpPr>
          <p:sp>
            <p:nvSpPr>
              <p:cNvPr id="237" name="Google Shape;237;p4"/>
              <p:cNvSpPr/>
              <p:nvPr/>
            </p:nvSpPr>
            <p:spPr>
              <a:xfrm>
                <a:off x="7996345" y="980275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4"/>
              <p:cNvSpPr/>
              <p:nvPr/>
            </p:nvSpPr>
            <p:spPr>
              <a:xfrm>
                <a:off x="8198672" y="980275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4"/>
              <p:cNvSpPr/>
              <p:nvPr/>
            </p:nvSpPr>
            <p:spPr>
              <a:xfrm>
                <a:off x="8400998" y="980275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4"/>
              <p:cNvSpPr/>
              <p:nvPr/>
            </p:nvSpPr>
            <p:spPr>
              <a:xfrm>
                <a:off x="7996345" y="1182617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4"/>
              <p:cNvSpPr/>
              <p:nvPr/>
            </p:nvSpPr>
            <p:spPr>
              <a:xfrm>
                <a:off x="8198672" y="1182617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4"/>
              <p:cNvSpPr/>
              <p:nvPr/>
            </p:nvSpPr>
            <p:spPr>
              <a:xfrm>
                <a:off x="8400998" y="1182617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4"/>
              <p:cNvSpPr/>
              <p:nvPr/>
            </p:nvSpPr>
            <p:spPr>
              <a:xfrm>
                <a:off x="7996345" y="1384958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4"/>
              <p:cNvSpPr/>
              <p:nvPr/>
            </p:nvSpPr>
            <p:spPr>
              <a:xfrm>
                <a:off x="8198672" y="1384958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4"/>
              <p:cNvSpPr/>
              <p:nvPr/>
            </p:nvSpPr>
            <p:spPr>
              <a:xfrm>
                <a:off x="8400998" y="1384958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4"/>
              <p:cNvSpPr/>
              <p:nvPr/>
            </p:nvSpPr>
            <p:spPr>
              <a:xfrm>
                <a:off x="7996345" y="1587299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4"/>
              <p:cNvSpPr/>
              <p:nvPr/>
            </p:nvSpPr>
            <p:spPr>
              <a:xfrm>
                <a:off x="8198672" y="1587299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4"/>
              <p:cNvSpPr/>
              <p:nvPr/>
            </p:nvSpPr>
            <p:spPr>
              <a:xfrm>
                <a:off x="8400998" y="1587299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4"/>
              <p:cNvSpPr/>
              <p:nvPr/>
            </p:nvSpPr>
            <p:spPr>
              <a:xfrm>
                <a:off x="8603324" y="980275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4"/>
              <p:cNvSpPr/>
              <p:nvPr/>
            </p:nvSpPr>
            <p:spPr>
              <a:xfrm>
                <a:off x="8603324" y="1182617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4"/>
              <p:cNvSpPr/>
              <p:nvPr/>
            </p:nvSpPr>
            <p:spPr>
              <a:xfrm>
                <a:off x="8603324" y="1384958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4"/>
              <p:cNvSpPr/>
              <p:nvPr/>
            </p:nvSpPr>
            <p:spPr>
              <a:xfrm>
                <a:off x="8603349" y="1587299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53" name="Google Shape;253;p4"/>
          <p:cNvSpPr txBox="1"/>
          <p:nvPr>
            <p:ph idx="1" type="body"/>
          </p:nvPr>
        </p:nvSpPr>
        <p:spPr>
          <a:xfrm>
            <a:off x="1699000" y="660475"/>
            <a:ext cx="5045400" cy="382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Barlow SemiBold"/>
              <a:buChar char="▪"/>
              <a:defRPr sz="360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indent="-4572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Barlow SemiBold"/>
              <a:buChar char="▫"/>
              <a:defRPr sz="3600"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indent="-4572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SemiBold"/>
              <a:buChar char="▫"/>
              <a:defRPr sz="3600"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indent="-4572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SemiBold"/>
              <a:buChar char="▫"/>
              <a:defRPr sz="3600"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indent="-4572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SemiBold"/>
              <a:buChar char="▫"/>
              <a:defRPr sz="3600"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indent="-4572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SemiBold"/>
              <a:buChar char="▫"/>
              <a:defRPr sz="3600"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indent="-4572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SemiBold"/>
              <a:buChar char="▫"/>
              <a:defRPr sz="3600"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indent="-4572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SemiBold"/>
              <a:buChar char="▫"/>
              <a:defRPr sz="3600"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indent="-4572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SemiBold"/>
              <a:buChar char="▫"/>
              <a:defRPr sz="3600"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/>
        </p:txBody>
      </p:sp>
      <p:sp>
        <p:nvSpPr>
          <p:cNvPr id="254" name="Google Shape;254;p4"/>
          <p:cNvSpPr txBox="1"/>
          <p:nvPr/>
        </p:nvSpPr>
        <p:spPr>
          <a:xfrm>
            <a:off x="666125" y="574543"/>
            <a:ext cx="6663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lt1"/>
                </a:solidFill>
              </a:rPr>
              <a:t>“</a:t>
            </a:r>
            <a:endParaRPr sz="9600">
              <a:solidFill>
                <a:schemeClr val="lt1"/>
              </a:solidFill>
            </a:endParaRPr>
          </a:p>
        </p:txBody>
      </p:sp>
      <p:sp>
        <p:nvSpPr>
          <p:cNvPr id="255" name="Google Shape;255;p4"/>
          <p:cNvSpPr txBox="1"/>
          <p:nvPr>
            <p:ph idx="12" type="sldNum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5"/>
          <p:cNvSpPr txBox="1"/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258" name="Google Shape;258;p5"/>
          <p:cNvSpPr txBox="1"/>
          <p:nvPr>
            <p:ph idx="1" type="body"/>
          </p:nvPr>
        </p:nvSpPr>
        <p:spPr>
          <a:xfrm>
            <a:off x="1199775" y="1599700"/>
            <a:ext cx="6650700" cy="288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rtl="0">
              <a:spcBef>
                <a:spcPts val="600"/>
              </a:spcBef>
              <a:spcAft>
                <a:spcPts val="0"/>
              </a:spcAft>
              <a:buSzPts val="2400"/>
              <a:buChar char="▪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9pPr>
          </a:lstStyle>
          <a:p/>
        </p:txBody>
      </p:sp>
      <p:sp>
        <p:nvSpPr>
          <p:cNvPr id="259" name="Google Shape;259;p5"/>
          <p:cNvSpPr txBox="1"/>
          <p:nvPr>
            <p:ph idx="12" type="sldNum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60" name="Google Shape;260;p5"/>
          <p:cNvGrpSpPr/>
          <p:nvPr/>
        </p:nvGrpSpPr>
        <p:grpSpPr>
          <a:xfrm>
            <a:off x="-207" y="0"/>
            <a:ext cx="9158157" cy="5149835"/>
            <a:chOff x="-207" y="0"/>
            <a:chExt cx="9158157" cy="5149835"/>
          </a:xfrm>
        </p:grpSpPr>
        <p:sp>
          <p:nvSpPr>
            <p:cNvPr id="261" name="Google Shape;261;p5"/>
            <p:cNvSpPr/>
            <p:nvPr/>
          </p:nvSpPr>
          <p:spPr>
            <a:xfrm>
              <a:off x="8504250" y="4489800"/>
              <a:ext cx="6537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5"/>
            <p:cNvSpPr/>
            <p:nvPr/>
          </p:nvSpPr>
          <p:spPr>
            <a:xfrm>
              <a:off x="0" y="0"/>
              <a:ext cx="6537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5"/>
            <p:cNvSpPr/>
            <p:nvPr/>
          </p:nvSpPr>
          <p:spPr>
            <a:xfrm>
              <a:off x="322375" y="664300"/>
              <a:ext cx="81819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4" name="Google Shape;264;p5"/>
            <p:cNvGrpSpPr/>
            <p:nvPr/>
          </p:nvGrpSpPr>
          <p:grpSpPr>
            <a:xfrm>
              <a:off x="-207" y="664293"/>
              <a:ext cx="155867" cy="653721"/>
              <a:chOff x="5385375" y="498300"/>
              <a:chExt cx="802200" cy="556500"/>
            </a:xfrm>
          </p:grpSpPr>
          <p:sp>
            <p:nvSpPr>
              <p:cNvPr id="265" name="Google Shape;265;p5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5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5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8" name="Google Shape;268;p5"/>
            <p:cNvGrpSpPr/>
            <p:nvPr/>
          </p:nvGrpSpPr>
          <p:grpSpPr>
            <a:xfrm>
              <a:off x="322384" y="4483463"/>
              <a:ext cx="666347" cy="666373"/>
              <a:chOff x="7134700" y="414375"/>
              <a:chExt cx="501919" cy="501900"/>
            </a:xfrm>
          </p:grpSpPr>
          <p:sp>
            <p:nvSpPr>
              <p:cNvPr id="269" name="Google Shape;269;p5"/>
              <p:cNvSpPr/>
              <p:nvPr/>
            </p:nvSpPr>
            <p:spPr>
              <a:xfrm>
                <a:off x="71347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5"/>
              <p:cNvSpPr/>
              <p:nvPr/>
            </p:nvSpPr>
            <p:spPr>
              <a:xfrm>
                <a:off x="72871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p5"/>
              <p:cNvSpPr/>
              <p:nvPr/>
            </p:nvSpPr>
            <p:spPr>
              <a:xfrm>
                <a:off x="74395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5"/>
              <p:cNvSpPr/>
              <p:nvPr/>
            </p:nvSpPr>
            <p:spPr>
              <a:xfrm>
                <a:off x="71347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5"/>
              <p:cNvSpPr/>
              <p:nvPr/>
            </p:nvSpPr>
            <p:spPr>
              <a:xfrm>
                <a:off x="72871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5"/>
              <p:cNvSpPr/>
              <p:nvPr/>
            </p:nvSpPr>
            <p:spPr>
              <a:xfrm>
                <a:off x="74395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5"/>
              <p:cNvSpPr/>
              <p:nvPr/>
            </p:nvSpPr>
            <p:spPr>
              <a:xfrm>
                <a:off x="71347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5"/>
              <p:cNvSpPr/>
              <p:nvPr/>
            </p:nvSpPr>
            <p:spPr>
              <a:xfrm>
                <a:off x="72871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p5"/>
              <p:cNvSpPr/>
              <p:nvPr/>
            </p:nvSpPr>
            <p:spPr>
              <a:xfrm>
                <a:off x="74395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5"/>
              <p:cNvSpPr/>
              <p:nvPr/>
            </p:nvSpPr>
            <p:spPr>
              <a:xfrm>
                <a:off x="71347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5"/>
              <p:cNvSpPr/>
              <p:nvPr/>
            </p:nvSpPr>
            <p:spPr>
              <a:xfrm>
                <a:off x="72871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5"/>
              <p:cNvSpPr/>
              <p:nvPr/>
            </p:nvSpPr>
            <p:spPr>
              <a:xfrm>
                <a:off x="74395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" name="Google Shape;281;p5"/>
              <p:cNvSpPr/>
              <p:nvPr/>
            </p:nvSpPr>
            <p:spPr>
              <a:xfrm>
                <a:off x="75919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" name="Google Shape;282;p5"/>
              <p:cNvSpPr/>
              <p:nvPr/>
            </p:nvSpPr>
            <p:spPr>
              <a:xfrm>
                <a:off x="75919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5"/>
              <p:cNvSpPr/>
              <p:nvPr/>
            </p:nvSpPr>
            <p:spPr>
              <a:xfrm>
                <a:off x="75919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5"/>
              <p:cNvSpPr/>
              <p:nvPr/>
            </p:nvSpPr>
            <p:spPr>
              <a:xfrm>
                <a:off x="7591919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5" name="Google Shape;285;p5"/>
            <p:cNvGrpSpPr/>
            <p:nvPr/>
          </p:nvGrpSpPr>
          <p:grpSpPr>
            <a:xfrm>
              <a:off x="8832384" y="670955"/>
              <a:ext cx="311815" cy="653721"/>
              <a:chOff x="5385375" y="498300"/>
              <a:chExt cx="802200" cy="556500"/>
            </a:xfrm>
          </p:grpSpPr>
          <p:sp>
            <p:nvSpPr>
              <p:cNvPr id="286" name="Google Shape;286;p5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5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5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89" name="Google Shape;289;p5"/>
          <p:cNvSpPr/>
          <p:nvPr/>
        </p:nvSpPr>
        <p:spPr>
          <a:xfrm>
            <a:off x="705975" y="4423000"/>
            <a:ext cx="351600" cy="72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+ Image">
  <p:cSld name="TITLE_AND_BODY_1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6"/>
          <p:cNvSpPr/>
          <p:nvPr/>
        </p:nvSpPr>
        <p:spPr>
          <a:xfrm>
            <a:off x="6100358" y="13"/>
            <a:ext cx="30504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6"/>
          <p:cNvSpPr/>
          <p:nvPr/>
        </p:nvSpPr>
        <p:spPr>
          <a:xfrm>
            <a:off x="8504250" y="4489800"/>
            <a:ext cx="653700" cy="653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6"/>
          <p:cNvSpPr/>
          <p:nvPr/>
        </p:nvSpPr>
        <p:spPr>
          <a:xfrm>
            <a:off x="322375" y="646500"/>
            <a:ext cx="4470600" cy="653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4" name="Google Shape;294;p6"/>
          <p:cNvGrpSpPr/>
          <p:nvPr/>
        </p:nvGrpSpPr>
        <p:grpSpPr>
          <a:xfrm>
            <a:off x="-207" y="646493"/>
            <a:ext cx="155867" cy="653721"/>
            <a:chOff x="5385375" y="498300"/>
            <a:chExt cx="802200" cy="556500"/>
          </a:xfrm>
        </p:grpSpPr>
        <p:sp>
          <p:nvSpPr>
            <p:cNvPr id="295" name="Google Shape;295;p6"/>
            <p:cNvSpPr/>
            <p:nvPr/>
          </p:nvSpPr>
          <p:spPr>
            <a:xfrm>
              <a:off x="5385375" y="498300"/>
              <a:ext cx="802200" cy="9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6"/>
            <p:cNvSpPr/>
            <p:nvPr/>
          </p:nvSpPr>
          <p:spPr>
            <a:xfrm>
              <a:off x="5385375" y="726900"/>
              <a:ext cx="802200" cy="9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6"/>
            <p:cNvSpPr/>
            <p:nvPr/>
          </p:nvSpPr>
          <p:spPr>
            <a:xfrm>
              <a:off x="5385375" y="955500"/>
              <a:ext cx="802200" cy="9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8" name="Google Shape;298;p6"/>
          <p:cNvGrpSpPr/>
          <p:nvPr/>
        </p:nvGrpSpPr>
        <p:grpSpPr>
          <a:xfrm>
            <a:off x="5434002" y="4483463"/>
            <a:ext cx="666347" cy="666373"/>
            <a:chOff x="7134700" y="414375"/>
            <a:chExt cx="501919" cy="501900"/>
          </a:xfrm>
        </p:grpSpPr>
        <p:sp>
          <p:nvSpPr>
            <p:cNvPr id="299" name="Google Shape;299;p6"/>
            <p:cNvSpPr/>
            <p:nvPr/>
          </p:nvSpPr>
          <p:spPr>
            <a:xfrm>
              <a:off x="7134700" y="4143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6"/>
            <p:cNvSpPr/>
            <p:nvPr/>
          </p:nvSpPr>
          <p:spPr>
            <a:xfrm>
              <a:off x="7287100" y="4143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6"/>
            <p:cNvSpPr/>
            <p:nvPr/>
          </p:nvSpPr>
          <p:spPr>
            <a:xfrm>
              <a:off x="7439500" y="4143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7134700" y="5667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6"/>
            <p:cNvSpPr/>
            <p:nvPr/>
          </p:nvSpPr>
          <p:spPr>
            <a:xfrm>
              <a:off x="7287100" y="5667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6"/>
            <p:cNvSpPr/>
            <p:nvPr/>
          </p:nvSpPr>
          <p:spPr>
            <a:xfrm>
              <a:off x="7439500" y="5667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6"/>
            <p:cNvSpPr/>
            <p:nvPr/>
          </p:nvSpPr>
          <p:spPr>
            <a:xfrm>
              <a:off x="7134700" y="7191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6"/>
            <p:cNvSpPr/>
            <p:nvPr/>
          </p:nvSpPr>
          <p:spPr>
            <a:xfrm>
              <a:off x="7287100" y="7191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6"/>
            <p:cNvSpPr/>
            <p:nvPr/>
          </p:nvSpPr>
          <p:spPr>
            <a:xfrm>
              <a:off x="7439500" y="7191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6"/>
            <p:cNvSpPr/>
            <p:nvPr/>
          </p:nvSpPr>
          <p:spPr>
            <a:xfrm>
              <a:off x="7134700" y="8715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6"/>
            <p:cNvSpPr/>
            <p:nvPr/>
          </p:nvSpPr>
          <p:spPr>
            <a:xfrm>
              <a:off x="7287100" y="8715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6"/>
            <p:cNvSpPr/>
            <p:nvPr/>
          </p:nvSpPr>
          <p:spPr>
            <a:xfrm>
              <a:off x="7439500" y="8715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6"/>
            <p:cNvSpPr/>
            <p:nvPr/>
          </p:nvSpPr>
          <p:spPr>
            <a:xfrm>
              <a:off x="7591900" y="4143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6"/>
            <p:cNvSpPr/>
            <p:nvPr/>
          </p:nvSpPr>
          <p:spPr>
            <a:xfrm>
              <a:off x="7591900" y="5667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6"/>
            <p:cNvSpPr/>
            <p:nvPr/>
          </p:nvSpPr>
          <p:spPr>
            <a:xfrm>
              <a:off x="7591900" y="7191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6"/>
            <p:cNvSpPr/>
            <p:nvPr/>
          </p:nvSpPr>
          <p:spPr>
            <a:xfrm>
              <a:off x="7591919" y="8715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5" name="Google Shape;315;p6"/>
          <p:cNvGrpSpPr/>
          <p:nvPr/>
        </p:nvGrpSpPr>
        <p:grpSpPr>
          <a:xfrm rot="-5400000">
            <a:off x="8018100" y="-167410"/>
            <a:ext cx="318554" cy="653721"/>
            <a:chOff x="5385375" y="498300"/>
            <a:chExt cx="802200" cy="556500"/>
          </a:xfrm>
        </p:grpSpPr>
        <p:sp>
          <p:nvSpPr>
            <p:cNvPr id="316" name="Google Shape;316;p6"/>
            <p:cNvSpPr/>
            <p:nvPr/>
          </p:nvSpPr>
          <p:spPr>
            <a:xfrm>
              <a:off x="5385375" y="498300"/>
              <a:ext cx="802200" cy="99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6"/>
            <p:cNvSpPr/>
            <p:nvPr/>
          </p:nvSpPr>
          <p:spPr>
            <a:xfrm>
              <a:off x="5385375" y="726900"/>
              <a:ext cx="802200" cy="99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6"/>
            <p:cNvSpPr/>
            <p:nvPr/>
          </p:nvSpPr>
          <p:spPr>
            <a:xfrm>
              <a:off x="5385375" y="955500"/>
              <a:ext cx="802200" cy="99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9" name="Google Shape;319;p6"/>
          <p:cNvSpPr txBox="1"/>
          <p:nvPr>
            <p:ph type="title"/>
          </p:nvPr>
        </p:nvSpPr>
        <p:spPr>
          <a:xfrm>
            <a:off x="508700" y="646500"/>
            <a:ext cx="42843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0" name="Google Shape;320;p6"/>
          <p:cNvSpPr txBox="1"/>
          <p:nvPr>
            <p:ph idx="1" type="body"/>
          </p:nvPr>
        </p:nvSpPr>
        <p:spPr>
          <a:xfrm>
            <a:off x="508700" y="1599700"/>
            <a:ext cx="4284300" cy="288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rtl="0">
              <a:spcBef>
                <a:spcPts val="600"/>
              </a:spcBef>
              <a:spcAft>
                <a:spcPts val="0"/>
              </a:spcAft>
              <a:buSzPts val="2400"/>
              <a:buChar char="▪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9pPr>
          </a:lstStyle>
          <a:p/>
        </p:txBody>
      </p:sp>
      <p:sp>
        <p:nvSpPr>
          <p:cNvPr id="321" name="Google Shape;321;p6"/>
          <p:cNvSpPr txBox="1"/>
          <p:nvPr>
            <p:ph idx="12" type="sldNum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" name="Google Shape;323;p7"/>
          <p:cNvGrpSpPr/>
          <p:nvPr/>
        </p:nvGrpSpPr>
        <p:grpSpPr>
          <a:xfrm>
            <a:off x="-207" y="0"/>
            <a:ext cx="9158157" cy="5149835"/>
            <a:chOff x="-207" y="0"/>
            <a:chExt cx="9158157" cy="5149835"/>
          </a:xfrm>
        </p:grpSpPr>
        <p:sp>
          <p:nvSpPr>
            <p:cNvPr id="324" name="Google Shape;324;p7"/>
            <p:cNvSpPr/>
            <p:nvPr/>
          </p:nvSpPr>
          <p:spPr>
            <a:xfrm>
              <a:off x="8504250" y="4489800"/>
              <a:ext cx="6537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7"/>
            <p:cNvSpPr/>
            <p:nvPr/>
          </p:nvSpPr>
          <p:spPr>
            <a:xfrm>
              <a:off x="0" y="0"/>
              <a:ext cx="6537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7"/>
            <p:cNvSpPr/>
            <p:nvPr/>
          </p:nvSpPr>
          <p:spPr>
            <a:xfrm>
              <a:off x="322375" y="664300"/>
              <a:ext cx="81819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7" name="Google Shape;327;p7"/>
            <p:cNvGrpSpPr/>
            <p:nvPr/>
          </p:nvGrpSpPr>
          <p:grpSpPr>
            <a:xfrm>
              <a:off x="-207" y="664293"/>
              <a:ext cx="155867" cy="653721"/>
              <a:chOff x="5385375" y="498300"/>
              <a:chExt cx="802200" cy="556500"/>
            </a:xfrm>
          </p:grpSpPr>
          <p:sp>
            <p:nvSpPr>
              <p:cNvPr id="328" name="Google Shape;328;p7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" name="Google Shape;329;p7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7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1" name="Google Shape;331;p7"/>
            <p:cNvGrpSpPr/>
            <p:nvPr/>
          </p:nvGrpSpPr>
          <p:grpSpPr>
            <a:xfrm>
              <a:off x="322384" y="4483463"/>
              <a:ext cx="666347" cy="666373"/>
              <a:chOff x="7134700" y="414375"/>
              <a:chExt cx="501919" cy="501900"/>
            </a:xfrm>
          </p:grpSpPr>
          <p:sp>
            <p:nvSpPr>
              <p:cNvPr id="332" name="Google Shape;332;p7"/>
              <p:cNvSpPr/>
              <p:nvPr/>
            </p:nvSpPr>
            <p:spPr>
              <a:xfrm>
                <a:off x="71347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" name="Google Shape;333;p7"/>
              <p:cNvSpPr/>
              <p:nvPr/>
            </p:nvSpPr>
            <p:spPr>
              <a:xfrm>
                <a:off x="72871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" name="Google Shape;334;p7"/>
              <p:cNvSpPr/>
              <p:nvPr/>
            </p:nvSpPr>
            <p:spPr>
              <a:xfrm>
                <a:off x="74395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" name="Google Shape;335;p7"/>
              <p:cNvSpPr/>
              <p:nvPr/>
            </p:nvSpPr>
            <p:spPr>
              <a:xfrm>
                <a:off x="71347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" name="Google Shape;336;p7"/>
              <p:cNvSpPr/>
              <p:nvPr/>
            </p:nvSpPr>
            <p:spPr>
              <a:xfrm>
                <a:off x="72871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" name="Google Shape;337;p7"/>
              <p:cNvSpPr/>
              <p:nvPr/>
            </p:nvSpPr>
            <p:spPr>
              <a:xfrm>
                <a:off x="74395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" name="Google Shape;338;p7"/>
              <p:cNvSpPr/>
              <p:nvPr/>
            </p:nvSpPr>
            <p:spPr>
              <a:xfrm>
                <a:off x="71347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" name="Google Shape;339;p7"/>
              <p:cNvSpPr/>
              <p:nvPr/>
            </p:nvSpPr>
            <p:spPr>
              <a:xfrm>
                <a:off x="72871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" name="Google Shape;340;p7"/>
              <p:cNvSpPr/>
              <p:nvPr/>
            </p:nvSpPr>
            <p:spPr>
              <a:xfrm>
                <a:off x="74395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" name="Google Shape;341;p7"/>
              <p:cNvSpPr/>
              <p:nvPr/>
            </p:nvSpPr>
            <p:spPr>
              <a:xfrm>
                <a:off x="71347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" name="Google Shape;342;p7"/>
              <p:cNvSpPr/>
              <p:nvPr/>
            </p:nvSpPr>
            <p:spPr>
              <a:xfrm>
                <a:off x="72871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7"/>
              <p:cNvSpPr/>
              <p:nvPr/>
            </p:nvSpPr>
            <p:spPr>
              <a:xfrm>
                <a:off x="74395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" name="Google Shape;344;p7"/>
              <p:cNvSpPr/>
              <p:nvPr/>
            </p:nvSpPr>
            <p:spPr>
              <a:xfrm>
                <a:off x="75919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7"/>
              <p:cNvSpPr/>
              <p:nvPr/>
            </p:nvSpPr>
            <p:spPr>
              <a:xfrm>
                <a:off x="75919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7"/>
              <p:cNvSpPr/>
              <p:nvPr/>
            </p:nvSpPr>
            <p:spPr>
              <a:xfrm>
                <a:off x="75919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" name="Google Shape;347;p7"/>
              <p:cNvSpPr/>
              <p:nvPr/>
            </p:nvSpPr>
            <p:spPr>
              <a:xfrm>
                <a:off x="7591919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8" name="Google Shape;348;p7"/>
            <p:cNvGrpSpPr/>
            <p:nvPr/>
          </p:nvGrpSpPr>
          <p:grpSpPr>
            <a:xfrm>
              <a:off x="8832384" y="670955"/>
              <a:ext cx="311815" cy="653721"/>
              <a:chOff x="5385375" y="498300"/>
              <a:chExt cx="802200" cy="556500"/>
            </a:xfrm>
          </p:grpSpPr>
          <p:sp>
            <p:nvSpPr>
              <p:cNvPr id="349" name="Google Shape;349;p7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" name="Google Shape;350;p7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" name="Google Shape;351;p7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52" name="Google Shape;352;p7"/>
          <p:cNvSpPr txBox="1"/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353" name="Google Shape;353;p7"/>
          <p:cNvSpPr txBox="1"/>
          <p:nvPr>
            <p:ph idx="1" type="body"/>
          </p:nvPr>
        </p:nvSpPr>
        <p:spPr>
          <a:xfrm>
            <a:off x="1172650" y="1599700"/>
            <a:ext cx="3447300" cy="28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9pPr>
          </a:lstStyle>
          <a:p/>
        </p:txBody>
      </p:sp>
      <p:sp>
        <p:nvSpPr>
          <p:cNvPr id="354" name="Google Shape;354;p7"/>
          <p:cNvSpPr txBox="1"/>
          <p:nvPr>
            <p:ph idx="2" type="body"/>
          </p:nvPr>
        </p:nvSpPr>
        <p:spPr>
          <a:xfrm>
            <a:off x="5056888" y="1599700"/>
            <a:ext cx="3447300" cy="28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9pPr>
          </a:lstStyle>
          <a:p/>
        </p:txBody>
      </p:sp>
      <p:sp>
        <p:nvSpPr>
          <p:cNvPr id="355" name="Google Shape;355;p7"/>
          <p:cNvSpPr txBox="1"/>
          <p:nvPr>
            <p:ph idx="12" type="sldNum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7" name="Google Shape;357;p8"/>
          <p:cNvGrpSpPr/>
          <p:nvPr/>
        </p:nvGrpSpPr>
        <p:grpSpPr>
          <a:xfrm>
            <a:off x="-207" y="0"/>
            <a:ext cx="9158157" cy="5149835"/>
            <a:chOff x="-207" y="0"/>
            <a:chExt cx="9158157" cy="5149835"/>
          </a:xfrm>
        </p:grpSpPr>
        <p:sp>
          <p:nvSpPr>
            <p:cNvPr id="358" name="Google Shape;358;p8"/>
            <p:cNvSpPr/>
            <p:nvPr/>
          </p:nvSpPr>
          <p:spPr>
            <a:xfrm>
              <a:off x="8504250" y="4489800"/>
              <a:ext cx="6537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8"/>
            <p:cNvSpPr/>
            <p:nvPr/>
          </p:nvSpPr>
          <p:spPr>
            <a:xfrm>
              <a:off x="0" y="0"/>
              <a:ext cx="6537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8"/>
            <p:cNvSpPr/>
            <p:nvPr/>
          </p:nvSpPr>
          <p:spPr>
            <a:xfrm>
              <a:off x="322375" y="664300"/>
              <a:ext cx="81819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1" name="Google Shape;361;p8"/>
            <p:cNvGrpSpPr/>
            <p:nvPr/>
          </p:nvGrpSpPr>
          <p:grpSpPr>
            <a:xfrm>
              <a:off x="-207" y="664293"/>
              <a:ext cx="155867" cy="653721"/>
              <a:chOff x="5385375" y="498300"/>
              <a:chExt cx="802200" cy="556500"/>
            </a:xfrm>
          </p:grpSpPr>
          <p:sp>
            <p:nvSpPr>
              <p:cNvPr id="362" name="Google Shape;362;p8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8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8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5" name="Google Shape;365;p8"/>
            <p:cNvGrpSpPr/>
            <p:nvPr/>
          </p:nvGrpSpPr>
          <p:grpSpPr>
            <a:xfrm>
              <a:off x="322384" y="4483463"/>
              <a:ext cx="666347" cy="666373"/>
              <a:chOff x="7134700" y="414375"/>
              <a:chExt cx="501919" cy="501900"/>
            </a:xfrm>
          </p:grpSpPr>
          <p:sp>
            <p:nvSpPr>
              <p:cNvPr id="366" name="Google Shape;366;p8"/>
              <p:cNvSpPr/>
              <p:nvPr/>
            </p:nvSpPr>
            <p:spPr>
              <a:xfrm>
                <a:off x="71347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8"/>
              <p:cNvSpPr/>
              <p:nvPr/>
            </p:nvSpPr>
            <p:spPr>
              <a:xfrm>
                <a:off x="72871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" name="Google Shape;368;p8"/>
              <p:cNvSpPr/>
              <p:nvPr/>
            </p:nvSpPr>
            <p:spPr>
              <a:xfrm>
                <a:off x="74395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8"/>
              <p:cNvSpPr/>
              <p:nvPr/>
            </p:nvSpPr>
            <p:spPr>
              <a:xfrm>
                <a:off x="71347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p8"/>
              <p:cNvSpPr/>
              <p:nvPr/>
            </p:nvSpPr>
            <p:spPr>
              <a:xfrm>
                <a:off x="72871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" name="Google Shape;371;p8"/>
              <p:cNvSpPr/>
              <p:nvPr/>
            </p:nvSpPr>
            <p:spPr>
              <a:xfrm>
                <a:off x="74395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8"/>
              <p:cNvSpPr/>
              <p:nvPr/>
            </p:nvSpPr>
            <p:spPr>
              <a:xfrm>
                <a:off x="71347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8"/>
              <p:cNvSpPr/>
              <p:nvPr/>
            </p:nvSpPr>
            <p:spPr>
              <a:xfrm>
                <a:off x="72871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8"/>
              <p:cNvSpPr/>
              <p:nvPr/>
            </p:nvSpPr>
            <p:spPr>
              <a:xfrm>
                <a:off x="74395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8"/>
              <p:cNvSpPr/>
              <p:nvPr/>
            </p:nvSpPr>
            <p:spPr>
              <a:xfrm>
                <a:off x="71347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8"/>
              <p:cNvSpPr/>
              <p:nvPr/>
            </p:nvSpPr>
            <p:spPr>
              <a:xfrm>
                <a:off x="72871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8"/>
              <p:cNvSpPr/>
              <p:nvPr/>
            </p:nvSpPr>
            <p:spPr>
              <a:xfrm>
                <a:off x="74395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8"/>
              <p:cNvSpPr/>
              <p:nvPr/>
            </p:nvSpPr>
            <p:spPr>
              <a:xfrm>
                <a:off x="75919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8"/>
              <p:cNvSpPr/>
              <p:nvPr/>
            </p:nvSpPr>
            <p:spPr>
              <a:xfrm>
                <a:off x="75919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8"/>
              <p:cNvSpPr/>
              <p:nvPr/>
            </p:nvSpPr>
            <p:spPr>
              <a:xfrm>
                <a:off x="75919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8"/>
              <p:cNvSpPr/>
              <p:nvPr/>
            </p:nvSpPr>
            <p:spPr>
              <a:xfrm>
                <a:off x="7591919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2" name="Google Shape;382;p8"/>
            <p:cNvGrpSpPr/>
            <p:nvPr/>
          </p:nvGrpSpPr>
          <p:grpSpPr>
            <a:xfrm>
              <a:off x="8832384" y="670955"/>
              <a:ext cx="311815" cy="653721"/>
              <a:chOff x="5385375" y="498300"/>
              <a:chExt cx="802200" cy="556500"/>
            </a:xfrm>
          </p:grpSpPr>
          <p:sp>
            <p:nvSpPr>
              <p:cNvPr id="383" name="Google Shape;383;p8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" name="Google Shape;384;p8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8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86" name="Google Shape;386;p8"/>
          <p:cNvSpPr txBox="1"/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387" name="Google Shape;387;p8"/>
          <p:cNvSpPr txBox="1"/>
          <p:nvPr>
            <p:ph idx="1" type="body"/>
          </p:nvPr>
        </p:nvSpPr>
        <p:spPr>
          <a:xfrm>
            <a:off x="1165875" y="1599700"/>
            <a:ext cx="2257200" cy="28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9pPr>
          </a:lstStyle>
          <a:p/>
        </p:txBody>
      </p:sp>
      <p:sp>
        <p:nvSpPr>
          <p:cNvPr id="388" name="Google Shape;388;p8"/>
          <p:cNvSpPr txBox="1"/>
          <p:nvPr>
            <p:ph idx="2" type="body"/>
          </p:nvPr>
        </p:nvSpPr>
        <p:spPr>
          <a:xfrm>
            <a:off x="3706438" y="1599700"/>
            <a:ext cx="2257200" cy="28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9pPr>
          </a:lstStyle>
          <a:p/>
        </p:txBody>
      </p:sp>
      <p:sp>
        <p:nvSpPr>
          <p:cNvPr id="389" name="Google Shape;389;p8"/>
          <p:cNvSpPr txBox="1"/>
          <p:nvPr>
            <p:ph idx="3" type="body"/>
          </p:nvPr>
        </p:nvSpPr>
        <p:spPr>
          <a:xfrm>
            <a:off x="6247001" y="1599700"/>
            <a:ext cx="2257200" cy="28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▫"/>
              <a:defRPr sz="1800"/>
            </a:lvl9pPr>
          </a:lstStyle>
          <a:p/>
        </p:txBody>
      </p:sp>
      <p:sp>
        <p:nvSpPr>
          <p:cNvPr id="390" name="Google Shape;390;p8"/>
          <p:cNvSpPr txBox="1"/>
          <p:nvPr>
            <p:ph idx="12" type="sldNum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2" name="Google Shape;392;p9"/>
          <p:cNvGrpSpPr/>
          <p:nvPr/>
        </p:nvGrpSpPr>
        <p:grpSpPr>
          <a:xfrm>
            <a:off x="-207" y="0"/>
            <a:ext cx="9158157" cy="5149835"/>
            <a:chOff x="-207" y="0"/>
            <a:chExt cx="9158157" cy="5149835"/>
          </a:xfrm>
        </p:grpSpPr>
        <p:sp>
          <p:nvSpPr>
            <p:cNvPr id="393" name="Google Shape;393;p9"/>
            <p:cNvSpPr/>
            <p:nvPr/>
          </p:nvSpPr>
          <p:spPr>
            <a:xfrm>
              <a:off x="8504250" y="4489800"/>
              <a:ext cx="6537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9"/>
            <p:cNvSpPr/>
            <p:nvPr/>
          </p:nvSpPr>
          <p:spPr>
            <a:xfrm>
              <a:off x="0" y="0"/>
              <a:ext cx="6537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9"/>
            <p:cNvSpPr/>
            <p:nvPr/>
          </p:nvSpPr>
          <p:spPr>
            <a:xfrm>
              <a:off x="322375" y="664300"/>
              <a:ext cx="81819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96" name="Google Shape;396;p9"/>
            <p:cNvGrpSpPr/>
            <p:nvPr/>
          </p:nvGrpSpPr>
          <p:grpSpPr>
            <a:xfrm>
              <a:off x="-207" y="664293"/>
              <a:ext cx="155867" cy="653721"/>
              <a:chOff x="5385375" y="498300"/>
              <a:chExt cx="802200" cy="556500"/>
            </a:xfrm>
          </p:grpSpPr>
          <p:sp>
            <p:nvSpPr>
              <p:cNvPr id="397" name="Google Shape;397;p9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9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" name="Google Shape;399;p9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0" name="Google Shape;400;p9"/>
            <p:cNvGrpSpPr/>
            <p:nvPr/>
          </p:nvGrpSpPr>
          <p:grpSpPr>
            <a:xfrm>
              <a:off x="322384" y="4483463"/>
              <a:ext cx="666347" cy="666373"/>
              <a:chOff x="7134700" y="414375"/>
              <a:chExt cx="501919" cy="501900"/>
            </a:xfrm>
          </p:grpSpPr>
          <p:sp>
            <p:nvSpPr>
              <p:cNvPr id="401" name="Google Shape;401;p9"/>
              <p:cNvSpPr/>
              <p:nvPr/>
            </p:nvSpPr>
            <p:spPr>
              <a:xfrm>
                <a:off x="71347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9"/>
              <p:cNvSpPr/>
              <p:nvPr/>
            </p:nvSpPr>
            <p:spPr>
              <a:xfrm>
                <a:off x="72871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9"/>
              <p:cNvSpPr/>
              <p:nvPr/>
            </p:nvSpPr>
            <p:spPr>
              <a:xfrm>
                <a:off x="74395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9"/>
              <p:cNvSpPr/>
              <p:nvPr/>
            </p:nvSpPr>
            <p:spPr>
              <a:xfrm>
                <a:off x="71347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9"/>
              <p:cNvSpPr/>
              <p:nvPr/>
            </p:nvSpPr>
            <p:spPr>
              <a:xfrm>
                <a:off x="72871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9"/>
              <p:cNvSpPr/>
              <p:nvPr/>
            </p:nvSpPr>
            <p:spPr>
              <a:xfrm>
                <a:off x="74395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" name="Google Shape;407;p9"/>
              <p:cNvSpPr/>
              <p:nvPr/>
            </p:nvSpPr>
            <p:spPr>
              <a:xfrm>
                <a:off x="71347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9"/>
              <p:cNvSpPr/>
              <p:nvPr/>
            </p:nvSpPr>
            <p:spPr>
              <a:xfrm>
                <a:off x="72871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9"/>
              <p:cNvSpPr/>
              <p:nvPr/>
            </p:nvSpPr>
            <p:spPr>
              <a:xfrm>
                <a:off x="74395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9"/>
              <p:cNvSpPr/>
              <p:nvPr/>
            </p:nvSpPr>
            <p:spPr>
              <a:xfrm>
                <a:off x="71347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9"/>
              <p:cNvSpPr/>
              <p:nvPr/>
            </p:nvSpPr>
            <p:spPr>
              <a:xfrm>
                <a:off x="72871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9"/>
              <p:cNvSpPr/>
              <p:nvPr/>
            </p:nvSpPr>
            <p:spPr>
              <a:xfrm>
                <a:off x="74395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9"/>
              <p:cNvSpPr/>
              <p:nvPr/>
            </p:nvSpPr>
            <p:spPr>
              <a:xfrm>
                <a:off x="75919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9"/>
              <p:cNvSpPr/>
              <p:nvPr/>
            </p:nvSpPr>
            <p:spPr>
              <a:xfrm>
                <a:off x="75919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" name="Google Shape;415;p9"/>
              <p:cNvSpPr/>
              <p:nvPr/>
            </p:nvSpPr>
            <p:spPr>
              <a:xfrm>
                <a:off x="75919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9"/>
              <p:cNvSpPr/>
              <p:nvPr/>
            </p:nvSpPr>
            <p:spPr>
              <a:xfrm>
                <a:off x="7591919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7" name="Google Shape;417;p9"/>
            <p:cNvGrpSpPr/>
            <p:nvPr/>
          </p:nvGrpSpPr>
          <p:grpSpPr>
            <a:xfrm>
              <a:off x="8832384" y="670955"/>
              <a:ext cx="311815" cy="653721"/>
              <a:chOff x="5385375" y="498300"/>
              <a:chExt cx="802200" cy="556500"/>
            </a:xfrm>
          </p:grpSpPr>
          <p:sp>
            <p:nvSpPr>
              <p:cNvPr id="418" name="Google Shape;418;p9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9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9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21" name="Google Shape;421;p9"/>
          <p:cNvSpPr txBox="1"/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422" name="Google Shape;422;p9"/>
          <p:cNvSpPr txBox="1"/>
          <p:nvPr>
            <p:ph idx="12" type="sldNum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0"/>
          <p:cNvSpPr/>
          <p:nvPr/>
        </p:nvSpPr>
        <p:spPr>
          <a:xfrm>
            <a:off x="8504250" y="4489800"/>
            <a:ext cx="653700" cy="653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0"/>
          <p:cNvSpPr/>
          <p:nvPr/>
        </p:nvSpPr>
        <p:spPr>
          <a:xfrm>
            <a:off x="0" y="0"/>
            <a:ext cx="6537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0"/>
          <p:cNvSpPr/>
          <p:nvPr/>
        </p:nvSpPr>
        <p:spPr>
          <a:xfrm>
            <a:off x="322375" y="4489799"/>
            <a:ext cx="7524000" cy="33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7" name="Google Shape;427;p10"/>
          <p:cNvGrpSpPr/>
          <p:nvPr/>
        </p:nvGrpSpPr>
        <p:grpSpPr>
          <a:xfrm>
            <a:off x="-207" y="664293"/>
            <a:ext cx="155867" cy="653721"/>
            <a:chOff x="5385375" y="498300"/>
            <a:chExt cx="802200" cy="556500"/>
          </a:xfrm>
        </p:grpSpPr>
        <p:sp>
          <p:nvSpPr>
            <p:cNvPr id="428" name="Google Shape;428;p10"/>
            <p:cNvSpPr/>
            <p:nvPr/>
          </p:nvSpPr>
          <p:spPr>
            <a:xfrm>
              <a:off x="5385375" y="498300"/>
              <a:ext cx="802200" cy="99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10"/>
            <p:cNvSpPr/>
            <p:nvPr/>
          </p:nvSpPr>
          <p:spPr>
            <a:xfrm>
              <a:off x="5385375" y="726900"/>
              <a:ext cx="802200" cy="99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10"/>
            <p:cNvSpPr/>
            <p:nvPr/>
          </p:nvSpPr>
          <p:spPr>
            <a:xfrm>
              <a:off x="5385375" y="955500"/>
              <a:ext cx="802200" cy="99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1" name="Google Shape;431;p10"/>
          <p:cNvGrpSpPr/>
          <p:nvPr/>
        </p:nvGrpSpPr>
        <p:grpSpPr>
          <a:xfrm>
            <a:off x="322384" y="657975"/>
            <a:ext cx="666347" cy="666373"/>
            <a:chOff x="7134700" y="414375"/>
            <a:chExt cx="501919" cy="501900"/>
          </a:xfrm>
        </p:grpSpPr>
        <p:sp>
          <p:nvSpPr>
            <p:cNvPr id="432" name="Google Shape;432;p10"/>
            <p:cNvSpPr/>
            <p:nvPr/>
          </p:nvSpPr>
          <p:spPr>
            <a:xfrm>
              <a:off x="7134700" y="4143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10"/>
            <p:cNvSpPr/>
            <p:nvPr/>
          </p:nvSpPr>
          <p:spPr>
            <a:xfrm>
              <a:off x="7287100" y="4143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10"/>
            <p:cNvSpPr/>
            <p:nvPr/>
          </p:nvSpPr>
          <p:spPr>
            <a:xfrm>
              <a:off x="7439500" y="4143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10"/>
            <p:cNvSpPr/>
            <p:nvPr/>
          </p:nvSpPr>
          <p:spPr>
            <a:xfrm>
              <a:off x="7134700" y="5667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10"/>
            <p:cNvSpPr/>
            <p:nvPr/>
          </p:nvSpPr>
          <p:spPr>
            <a:xfrm>
              <a:off x="7287100" y="5667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10"/>
            <p:cNvSpPr/>
            <p:nvPr/>
          </p:nvSpPr>
          <p:spPr>
            <a:xfrm>
              <a:off x="7439500" y="5667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10"/>
            <p:cNvSpPr/>
            <p:nvPr/>
          </p:nvSpPr>
          <p:spPr>
            <a:xfrm>
              <a:off x="7134700" y="7191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10"/>
            <p:cNvSpPr/>
            <p:nvPr/>
          </p:nvSpPr>
          <p:spPr>
            <a:xfrm>
              <a:off x="7287100" y="7191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10"/>
            <p:cNvSpPr/>
            <p:nvPr/>
          </p:nvSpPr>
          <p:spPr>
            <a:xfrm>
              <a:off x="7439500" y="7191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10"/>
            <p:cNvSpPr/>
            <p:nvPr/>
          </p:nvSpPr>
          <p:spPr>
            <a:xfrm>
              <a:off x="7134700" y="8715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10"/>
            <p:cNvSpPr/>
            <p:nvPr/>
          </p:nvSpPr>
          <p:spPr>
            <a:xfrm>
              <a:off x="7287100" y="8715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10"/>
            <p:cNvSpPr/>
            <p:nvPr/>
          </p:nvSpPr>
          <p:spPr>
            <a:xfrm>
              <a:off x="7439500" y="8715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10"/>
            <p:cNvSpPr/>
            <p:nvPr/>
          </p:nvSpPr>
          <p:spPr>
            <a:xfrm>
              <a:off x="7591900" y="4143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10"/>
            <p:cNvSpPr/>
            <p:nvPr/>
          </p:nvSpPr>
          <p:spPr>
            <a:xfrm>
              <a:off x="7591900" y="5667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10"/>
            <p:cNvSpPr/>
            <p:nvPr/>
          </p:nvSpPr>
          <p:spPr>
            <a:xfrm>
              <a:off x="7591900" y="7191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10"/>
            <p:cNvSpPr/>
            <p:nvPr/>
          </p:nvSpPr>
          <p:spPr>
            <a:xfrm>
              <a:off x="7591919" y="8715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8" name="Google Shape;448;p10"/>
          <p:cNvGrpSpPr/>
          <p:nvPr/>
        </p:nvGrpSpPr>
        <p:grpSpPr>
          <a:xfrm>
            <a:off x="8832384" y="670955"/>
            <a:ext cx="311815" cy="653721"/>
            <a:chOff x="5385375" y="498300"/>
            <a:chExt cx="802200" cy="556500"/>
          </a:xfrm>
        </p:grpSpPr>
        <p:sp>
          <p:nvSpPr>
            <p:cNvPr id="449" name="Google Shape;449;p10"/>
            <p:cNvSpPr/>
            <p:nvPr/>
          </p:nvSpPr>
          <p:spPr>
            <a:xfrm>
              <a:off x="5385375" y="498300"/>
              <a:ext cx="802200" cy="9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10"/>
            <p:cNvSpPr/>
            <p:nvPr/>
          </p:nvSpPr>
          <p:spPr>
            <a:xfrm>
              <a:off x="5385375" y="726900"/>
              <a:ext cx="802200" cy="9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10"/>
            <p:cNvSpPr/>
            <p:nvPr/>
          </p:nvSpPr>
          <p:spPr>
            <a:xfrm>
              <a:off x="5385375" y="955500"/>
              <a:ext cx="802200" cy="9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2" name="Google Shape;452;p10"/>
          <p:cNvSpPr txBox="1"/>
          <p:nvPr>
            <p:ph idx="1" type="body"/>
          </p:nvPr>
        </p:nvSpPr>
        <p:spPr>
          <a:xfrm>
            <a:off x="650725" y="4489800"/>
            <a:ext cx="7195800" cy="33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400"/>
            </a:lvl1pPr>
          </a:lstStyle>
          <a:p/>
        </p:txBody>
      </p:sp>
      <p:sp>
        <p:nvSpPr>
          <p:cNvPr id="453" name="Google Shape;453;p10"/>
          <p:cNvSpPr txBox="1"/>
          <p:nvPr>
            <p:ph idx="12" type="sldNum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variant 1" type="blank">
  <p:cSld name="BLANK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5" name="Google Shape;455;p11"/>
          <p:cNvGrpSpPr/>
          <p:nvPr/>
        </p:nvGrpSpPr>
        <p:grpSpPr>
          <a:xfrm>
            <a:off x="-207" y="0"/>
            <a:ext cx="9158157" cy="5149835"/>
            <a:chOff x="-207" y="0"/>
            <a:chExt cx="9158157" cy="5149835"/>
          </a:xfrm>
        </p:grpSpPr>
        <p:sp>
          <p:nvSpPr>
            <p:cNvPr id="456" name="Google Shape;456;p11"/>
            <p:cNvSpPr/>
            <p:nvPr/>
          </p:nvSpPr>
          <p:spPr>
            <a:xfrm>
              <a:off x="8504250" y="4489800"/>
              <a:ext cx="6537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11"/>
            <p:cNvSpPr/>
            <p:nvPr/>
          </p:nvSpPr>
          <p:spPr>
            <a:xfrm>
              <a:off x="0" y="0"/>
              <a:ext cx="6537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58" name="Google Shape;458;p11"/>
            <p:cNvGrpSpPr/>
            <p:nvPr/>
          </p:nvGrpSpPr>
          <p:grpSpPr>
            <a:xfrm>
              <a:off x="-207" y="664293"/>
              <a:ext cx="155867" cy="653721"/>
              <a:chOff x="5385375" y="498300"/>
              <a:chExt cx="802200" cy="556500"/>
            </a:xfrm>
          </p:grpSpPr>
          <p:sp>
            <p:nvSpPr>
              <p:cNvPr id="459" name="Google Shape;459;p11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" name="Google Shape;460;p11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" name="Google Shape;461;p11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62" name="Google Shape;462;p11"/>
            <p:cNvGrpSpPr/>
            <p:nvPr/>
          </p:nvGrpSpPr>
          <p:grpSpPr>
            <a:xfrm>
              <a:off x="322384" y="4483463"/>
              <a:ext cx="666347" cy="666373"/>
              <a:chOff x="7134700" y="414375"/>
              <a:chExt cx="501919" cy="501900"/>
            </a:xfrm>
          </p:grpSpPr>
          <p:sp>
            <p:nvSpPr>
              <p:cNvPr id="463" name="Google Shape;463;p11"/>
              <p:cNvSpPr/>
              <p:nvPr/>
            </p:nvSpPr>
            <p:spPr>
              <a:xfrm>
                <a:off x="71347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" name="Google Shape;464;p11"/>
              <p:cNvSpPr/>
              <p:nvPr/>
            </p:nvSpPr>
            <p:spPr>
              <a:xfrm>
                <a:off x="72871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" name="Google Shape;465;p11"/>
              <p:cNvSpPr/>
              <p:nvPr/>
            </p:nvSpPr>
            <p:spPr>
              <a:xfrm>
                <a:off x="74395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" name="Google Shape;466;p11"/>
              <p:cNvSpPr/>
              <p:nvPr/>
            </p:nvSpPr>
            <p:spPr>
              <a:xfrm>
                <a:off x="71347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" name="Google Shape;467;p11"/>
              <p:cNvSpPr/>
              <p:nvPr/>
            </p:nvSpPr>
            <p:spPr>
              <a:xfrm>
                <a:off x="72871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" name="Google Shape;468;p11"/>
              <p:cNvSpPr/>
              <p:nvPr/>
            </p:nvSpPr>
            <p:spPr>
              <a:xfrm>
                <a:off x="74395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" name="Google Shape;469;p11"/>
              <p:cNvSpPr/>
              <p:nvPr/>
            </p:nvSpPr>
            <p:spPr>
              <a:xfrm>
                <a:off x="71347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" name="Google Shape;470;p11"/>
              <p:cNvSpPr/>
              <p:nvPr/>
            </p:nvSpPr>
            <p:spPr>
              <a:xfrm>
                <a:off x="72871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" name="Google Shape;471;p11"/>
              <p:cNvSpPr/>
              <p:nvPr/>
            </p:nvSpPr>
            <p:spPr>
              <a:xfrm>
                <a:off x="74395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" name="Google Shape;472;p11"/>
              <p:cNvSpPr/>
              <p:nvPr/>
            </p:nvSpPr>
            <p:spPr>
              <a:xfrm>
                <a:off x="71347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" name="Google Shape;473;p11"/>
              <p:cNvSpPr/>
              <p:nvPr/>
            </p:nvSpPr>
            <p:spPr>
              <a:xfrm>
                <a:off x="72871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" name="Google Shape;474;p11"/>
              <p:cNvSpPr/>
              <p:nvPr/>
            </p:nvSpPr>
            <p:spPr>
              <a:xfrm>
                <a:off x="74395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" name="Google Shape;475;p11"/>
              <p:cNvSpPr/>
              <p:nvPr/>
            </p:nvSpPr>
            <p:spPr>
              <a:xfrm>
                <a:off x="75919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6" name="Google Shape;476;p11"/>
              <p:cNvSpPr/>
              <p:nvPr/>
            </p:nvSpPr>
            <p:spPr>
              <a:xfrm>
                <a:off x="75919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" name="Google Shape;477;p11"/>
              <p:cNvSpPr/>
              <p:nvPr/>
            </p:nvSpPr>
            <p:spPr>
              <a:xfrm>
                <a:off x="75919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" name="Google Shape;478;p11"/>
              <p:cNvSpPr/>
              <p:nvPr/>
            </p:nvSpPr>
            <p:spPr>
              <a:xfrm>
                <a:off x="7591919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9" name="Google Shape;479;p11"/>
            <p:cNvGrpSpPr/>
            <p:nvPr/>
          </p:nvGrpSpPr>
          <p:grpSpPr>
            <a:xfrm>
              <a:off x="8832384" y="670955"/>
              <a:ext cx="311815" cy="653721"/>
              <a:chOff x="5385375" y="498300"/>
              <a:chExt cx="802200" cy="556500"/>
            </a:xfrm>
          </p:grpSpPr>
          <p:sp>
            <p:nvSpPr>
              <p:cNvPr id="480" name="Google Shape;480;p11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" name="Google Shape;481;p11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" name="Google Shape;482;p11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83" name="Google Shape;483;p11"/>
          <p:cNvSpPr txBox="1"/>
          <p:nvPr>
            <p:ph idx="12" type="sldNum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variant 2">
  <p:cSld name="BLANK_1"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2"/>
          <p:cNvSpPr/>
          <p:nvPr/>
        </p:nvSpPr>
        <p:spPr>
          <a:xfrm>
            <a:off x="8490504" y="4489800"/>
            <a:ext cx="653700" cy="653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2"/>
          <p:cNvSpPr/>
          <p:nvPr/>
        </p:nvSpPr>
        <p:spPr>
          <a:xfrm>
            <a:off x="0" y="0"/>
            <a:ext cx="6537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7" name="Google Shape;487;p12"/>
          <p:cNvGrpSpPr/>
          <p:nvPr/>
        </p:nvGrpSpPr>
        <p:grpSpPr>
          <a:xfrm>
            <a:off x="-207" y="664293"/>
            <a:ext cx="155867" cy="653721"/>
            <a:chOff x="5385375" y="498300"/>
            <a:chExt cx="802200" cy="556500"/>
          </a:xfrm>
        </p:grpSpPr>
        <p:sp>
          <p:nvSpPr>
            <p:cNvPr id="488" name="Google Shape;488;p12"/>
            <p:cNvSpPr/>
            <p:nvPr/>
          </p:nvSpPr>
          <p:spPr>
            <a:xfrm>
              <a:off x="5385375" y="498300"/>
              <a:ext cx="802200" cy="99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12"/>
            <p:cNvSpPr/>
            <p:nvPr/>
          </p:nvSpPr>
          <p:spPr>
            <a:xfrm>
              <a:off x="5385375" y="726900"/>
              <a:ext cx="802200" cy="99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12"/>
            <p:cNvSpPr/>
            <p:nvPr/>
          </p:nvSpPr>
          <p:spPr>
            <a:xfrm>
              <a:off x="5385375" y="955500"/>
              <a:ext cx="802200" cy="99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1" name="Google Shape;491;p12"/>
          <p:cNvGrpSpPr/>
          <p:nvPr/>
        </p:nvGrpSpPr>
        <p:grpSpPr>
          <a:xfrm>
            <a:off x="322384" y="657975"/>
            <a:ext cx="666347" cy="666373"/>
            <a:chOff x="7134700" y="414375"/>
            <a:chExt cx="501919" cy="501900"/>
          </a:xfrm>
        </p:grpSpPr>
        <p:sp>
          <p:nvSpPr>
            <p:cNvPr id="492" name="Google Shape;492;p12"/>
            <p:cNvSpPr/>
            <p:nvPr/>
          </p:nvSpPr>
          <p:spPr>
            <a:xfrm>
              <a:off x="7134700" y="4143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12"/>
            <p:cNvSpPr/>
            <p:nvPr/>
          </p:nvSpPr>
          <p:spPr>
            <a:xfrm>
              <a:off x="7287100" y="4143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12"/>
            <p:cNvSpPr/>
            <p:nvPr/>
          </p:nvSpPr>
          <p:spPr>
            <a:xfrm>
              <a:off x="7439500" y="4143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12"/>
            <p:cNvSpPr/>
            <p:nvPr/>
          </p:nvSpPr>
          <p:spPr>
            <a:xfrm>
              <a:off x="7134700" y="5667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12"/>
            <p:cNvSpPr/>
            <p:nvPr/>
          </p:nvSpPr>
          <p:spPr>
            <a:xfrm>
              <a:off x="7287100" y="5667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12"/>
            <p:cNvSpPr/>
            <p:nvPr/>
          </p:nvSpPr>
          <p:spPr>
            <a:xfrm>
              <a:off x="7439500" y="5667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12"/>
            <p:cNvSpPr/>
            <p:nvPr/>
          </p:nvSpPr>
          <p:spPr>
            <a:xfrm>
              <a:off x="7134700" y="7191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12"/>
            <p:cNvSpPr/>
            <p:nvPr/>
          </p:nvSpPr>
          <p:spPr>
            <a:xfrm>
              <a:off x="7287100" y="7191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12"/>
            <p:cNvSpPr/>
            <p:nvPr/>
          </p:nvSpPr>
          <p:spPr>
            <a:xfrm>
              <a:off x="7439500" y="7191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12"/>
            <p:cNvSpPr/>
            <p:nvPr/>
          </p:nvSpPr>
          <p:spPr>
            <a:xfrm>
              <a:off x="7134700" y="8715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12"/>
            <p:cNvSpPr/>
            <p:nvPr/>
          </p:nvSpPr>
          <p:spPr>
            <a:xfrm>
              <a:off x="7287100" y="8715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12"/>
            <p:cNvSpPr/>
            <p:nvPr/>
          </p:nvSpPr>
          <p:spPr>
            <a:xfrm>
              <a:off x="7439500" y="8715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12"/>
            <p:cNvSpPr/>
            <p:nvPr/>
          </p:nvSpPr>
          <p:spPr>
            <a:xfrm>
              <a:off x="7591900" y="4143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12"/>
            <p:cNvSpPr/>
            <p:nvPr/>
          </p:nvSpPr>
          <p:spPr>
            <a:xfrm>
              <a:off x="7591900" y="5667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12"/>
            <p:cNvSpPr/>
            <p:nvPr/>
          </p:nvSpPr>
          <p:spPr>
            <a:xfrm>
              <a:off x="7591900" y="7191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12"/>
            <p:cNvSpPr/>
            <p:nvPr/>
          </p:nvSpPr>
          <p:spPr>
            <a:xfrm>
              <a:off x="7591919" y="8715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8" name="Google Shape;508;p12"/>
          <p:cNvGrpSpPr/>
          <p:nvPr/>
        </p:nvGrpSpPr>
        <p:grpSpPr>
          <a:xfrm>
            <a:off x="8832384" y="670955"/>
            <a:ext cx="311815" cy="653721"/>
            <a:chOff x="5385375" y="498300"/>
            <a:chExt cx="802200" cy="556500"/>
          </a:xfrm>
        </p:grpSpPr>
        <p:sp>
          <p:nvSpPr>
            <p:cNvPr id="509" name="Google Shape;509;p12"/>
            <p:cNvSpPr/>
            <p:nvPr/>
          </p:nvSpPr>
          <p:spPr>
            <a:xfrm>
              <a:off x="5385375" y="498300"/>
              <a:ext cx="802200" cy="9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12"/>
            <p:cNvSpPr/>
            <p:nvPr/>
          </p:nvSpPr>
          <p:spPr>
            <a:xfrm>
              <a:off x="5385375" y="726900"/>
              <a:ext cx="802200" cy="9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12"/>
            <p:cNvSpPr/>
            <p:nvPr/>
          </p:nvSpPr>
          <p:spPr>
            <a:xfrm>
              <a:off x="5385375" y="955500"/>
              <a:ext cx="802200" cy="9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2" name="Google Shape;512;p12"/>
          <p:cNvSpPr txBox="1"/>
          <p:nvPr>
            <p:ph idx="12" type="sldNum"/>
          </p:nvPr>
        </p:nvSpPr>
        <p:spPr>
          <a:xfrm>
            <a:off x="8490504" y="4489800"/>
            <a:ext cx="6537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314800" y="1599700"/>
            <a:ext cx="7189500" cy="28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Light"/>
              <a:buChar char="▪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-3810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-3810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-3810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-3810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-3810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-3810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-3810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-3810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rtl="0" algn="ctr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rtl="0" algn="ctr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rtl="0" algn="ctr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rtl="0" algn="ctr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rtl="0" algn="ctr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rtl="0" algn="ctr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rtl="0" algn="ctr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rtl="0" algn="ctr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9.gif"/><Relationship Id="rId6" Type="http://schemas.openxmlformats.org/officeDocument/2006/relationships/image" Target="../media/image12.gif"/><Relationship Id="rId7" Type="http://schemas.openxmlformats.org/officeDocument/2006/relationships/image" Target="../media/image11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6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5.gif"/><Relationship Id="rId5" Type="http://schemas.openxmlformats.org/officeDocument/2006/relationships/image" Target="../media/image7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13"/>
          <p:cNvSpPr txBox="1"/>
          <p:nvPr>
            <p:ph type="ctrTitle"/>
          </p:nvPr>
        </p:nvSpPr>
        <p:spPr>
          <a:xfrm>
            <a:off x="518725" y="1541675"/>
            <a:ext cx="6476400" cy="206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2.2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Consequences of Population Distribution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4"/>
          <p:cNvSpPr txBox="1"/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 and Essential Learning </a:t>
            </a:r>
            <a:endParaRPr/>
          </a:p>
        </p:txBody>
      </p:sp>
      <p:sp>
        <p:nvSpPr>
          <p:cNvPr id="523" name="Google Shape;523;p14"/>
          <p:cNvSpPr txBox="1"/>
          <p:nvPr>
            <p:ph idx="1" type="body"/>
          </p:nvPr>
        </p:nvSpPr>
        <p:spPr>
          <a:xfrm>
            <a:off x="834450" y="1442050"/>
            <a:ext cx="6981900" cy="304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2.2 Explain how population distribution and density affect society and the environment. </a:t>
            </a:r>
            <a:endParaRPr/>
          </a:p>
          <a:p>
            <a:pPr indent="-342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1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Population distribution and density affect political, economic, and social processes, including the provision of services such as medical care.</a:t>
            </a:r>
            <a:endParaRPr sz="11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1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Population distribution and density affect the environment and natural resources; this is known as carrying capacity. </a:t>
            </a:r>
            <a:endParaRPr sz="11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24" name="Google Shape;524;p14"/>
          <p:cNvSpPr txBox="1"/>
          <p:nvPr>
            <p:ph idx="12" type="sldNum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25" name="Google Shape;52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49764">
            <a:off x="7562926" y="1565126"/>
            <a:ext cx="1277501" cy="1277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5"/>
          <p:cNvSpPr txBox="1"/>
          <p:nvPr>
            <p:ph type="title"/>
          </p:nvPr>
        </p:nvSpPr>
        <p:spPr>
          <a:xfrm>
            <a:off x="417000" y="664300"/>
            <a:ext cx="80874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How does population distribution and density affect society and the environment? </a:t>
            </a:r>
            <a:endParaRPr sz="1700"/>
          </a:p>
        </p:txBody>
      </p:sp>
      <p:sp>
        <p:nvSpPr>
          <p:cNvPr id="531" name="Google Shape;531;p15"/>
          <p:cNvSpPr txBox="1"/>
          <p:nvPr>
            <p:ph idx="12" type="sldNum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2" name="Google Shape;532;p15"/>
          <p:cNvSpPr/>
          <p:nvPr/>
        </p:nvSpPr>
        <p:spPr>
          <a:xfrm>
            <a:off x="1364888" y="2371151"/>
            <a:ext cx="567528" cy="75763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000000"/>
                </a:solidFill>
                <a:latin typeface="Barlow Semi Condensed"/>
              </a:rPr>
              <a:t>S</a:t>
            </a:r>
          </a:p>
        </p:txBody>
      </p:sp>
      <p:sp>
        <p:nvSpPr>
          <p:cNvPr id="533" name="Google Shape;533;p15"/>
          <p:cNvSpPr/>
          <p:nvPr/>
        </p:nvSpPr>
        <p:spPr>
          <a:xfrm>
            <a:off x="1364888" y="1483300"/>
            <a:ext cx="538173" cy="740708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000000"/>
                </a:solidFill>
                <a:latin typeface="Barlow Semi Condensed"/>
              </a:rPr>
              <a:t>E</a:t>
            </a:r>
          </a:p>
        </p:txBody>
      </p:sp>
      <p:sp>
        <p:nvSpPr>
          <p:cNvPr id="534" name="Google Shape;534;p15"/>
          <p:cNvSpPr/>
          <p:nvPr/>
        </p:nvSpPr>
        <p:spPr>
          <a:xfrm>
            <a:off x="1364888" y="3275923"/>
            <a:ext cx="563335" cy="74176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000000"/>
                </a:solidFill>
                <a:latin typeface="Barlow Semi Condensed"/>
              </a:rPr>
              <a:t>P</a:t>
            </a:r>
          </a:p>
        </p:txBody>
      </p:sp>
      <p:sp>
        <p:nvSpPr>
          <p:cNvPr id="535" name="Google Shape;535;p15"/>
          <p:cNvSpPr/>
          <p:nvPr/>
        </p:nvSpPr>
        <p:spPr>
          <a:xfrm>
            <a:off x="1352313" y="4164817"/>
            <a:ext cx="585700" cy="740708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000000"/>
                </a:solidFill>
                <a:latin typeface="Barlow Semi Condensed"/>
              </a:rPr>
              <a:t>N</a:t>
            </a:r>
          </a:p>
        </p:txBody>
      </p:sp>
      <p:pic>
        <p:nvPicPr>
          <p:cNvPr id="536" name="Google Shape;53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6414" y="1384825"/>
            <a:ext cx="4545505" cy="352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16"/>
          <p:cNvSpPr txBox="1"/>
          <p:nvPr>
            <p:ph type="title"/>
          </p:nvPr>
        </p:nvSpPr>
        <p:spPr>
          <a:xfrm>
            <a:off x="417000" y="664300"/>
            <a:ext cx="80874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How does population distribution and density affect society and the environment? </a:t>
            </a:r>
            <a:endParaRPr sz="1700"/>
          </a:p>
        </p:txBody>
      </p:sp>
      <p:sp>
        <p:nvSpPr>
          <p:cNvPr id="542" name="Google Shape;542;p16"/>
          <p:cNvSpPr txBox="1"/>
          <p:nvPr>
            <p:ph idx="12" type="sldNum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3" name="Google Shape;543;p16"/>
          <p:cNvSpPr txBox="1"/>
          <p:nvPr/>
        </p:nvSpPr>
        <p:spPr>
          <a:xfrm>
            <a:off x="1164775" y="1441625"/>
            <a:ext cx="74553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FFAD1E"/>
                </a:solidFill>
                <a:latin typeface="Oswald"/>
                <a:ea typeface="Oswald"/>
                <a:cs typeface="Oswald"/>
                <a:sym typeface="Oswald"/>
              </a:rPr>
              <a:t>ECONOMIC / POLITICAL /SOCIAL</a:t>
            </a:r>
            <a:endParaRPr sz="2700">
              <a:solidFill>
                <a:srgbClr val="FFAD1E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544" name="Google Shape;54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1473" y="1384322"/>
            <a:ext cx="585600" cy="5856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545" name="Google Shape;545;p16"/>
          <p:cNvSpPr txBox="1"/>
          <p:nvPr/>
        </p:nvSpPr>
        <p:spPr>
          <a:xfrm>
            <a:off x="807325" y="2036275"/>
            <a:ext cx="8170200" cy="17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700"/>
              <a:buFont typeface="Barlow Semi Condensed"/>
              <a:buChar char="●"/>
            </a:pPr>
            <a:r>
              <a:rPr lang="en" sz="1700">
                <a:solidFill>
                  <a:srgbClr val="FF99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</a:t>
            </a:r>
            <a:r>
              <a:rPr b="1" lang="en" sz="1700">
                <a:latin typeface="Barlow Semi Condensed"/>
                <a:ea typeface="Barlow Semi Condensed"/>
                <a:cs typeface="Barlow Semi Condensed"/>
                <a:sym typeface="Barlow Semi Condensed"/>
              </a:rPr>
              <a:t>Social Services &amp; Infrastructure: </a:t>
            </a:r>
            <a:r>
              <a:rPr lang="en" sz="1700">
                <a:latin typeface="Barlow Semi Condensed"/>
                <a:ea typeface="Barlow Semi Condensed"/>
                <a:cs typeface="Barlow Semi Condensed"/>
                <a:sym typeface="Barlow Semi Condensed"/>
              </a:rPr>
              <a:t>High population density impacts access to housing, jobs, water, and services like sanitation, medical care, fire, police, public transportation and waste collection.  </a:t>
            </a:r>
            <a:endParaRPr sz="17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Barlow Semi Condensed"/>
              <a:buChar char="○"/>
            </a:pPr>
            <a:r>
              <a:rPr lang="en" sz="1700">
                <a:latin typeface="Barlow Semi Condensed"/>
                <a:ea typeface="Barlow Semi Condensed"/>
                <a:cs typeface="Barlow Semi Condensed"/>
                <a:sym typeface="Barlow Semi Condensed"/>
              </a:rPr>
              <a:t>Actually easier and cheaper to provide support to clustered populations - less distance &amp; travel. Rural areas have a dispersed population, but fewer facilities. </a:t>
            </a:r>
            <a:endParaRPr sz="17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Barlow Semi Condensed"/>
              <a:buChar char="○"/>
            </a:pPr>
            <a:r>
              <a:rPr lang="en" sz="1700">
                <a:latin typeface="Barlow Semi Condensed"/>
                <a:ea typeface="Barlow Semi Condensed"/>
                <a:cs typeface="Barlow Semi Condensed"/>
                <a:sym typeface="Barlow Semi Condensed"/>
              </a:rPr>
              <a:t>Yet, it is still extensive to provide services for large amounts of people. </a:t>
            </a:r>
            <a:endParaRPr sz="17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pic>
        <p:nvPicPr>
          <p:cNvPr id="546" name="Google Shape;54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98500" y="1441625"/>
            <a:ext cx="471000" cy="471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547" name="Google Shape;547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64525" y="3880725"/>
            <a:ext cx="2857500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96975" y="3757075"/>
            <a:ext cx="1338300" cy="13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94013" y="3930238"/>
            <a:ext cx="1808700" cy="102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17"/>
          <p:cNvSpPr txBox="1"/>
          <p:nvPr>
            <p:ph type="title"/>
          </p:nvPr>
        </p:nvSpPr>
        <p:spPr>
          <a:xfrm>
            <a:off x="417000" y="664300"/>
            <a:ext cx="80874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How does population distribution and density affect society and the environment? </a:t>
            </a:r>
            <a:endParaRPr sz="1700"/>
          </a:p>
        </p:txBody>
      </p:sp>
      <p:sp>
        <p:nvSpPr>
          <p:cNvPr id="555" name="Google Shape;555;p17"/>
          <p:cNvSpPr txBox="1"/>
          <p:nvPr>
            <p:ph idx="12" type="sldNum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6" name="Google Shape;556;p17"/>
          <p:cNvSpPr txBox="1"/>
          <p:nvPr/>
        </p:nvSpPr>
        <p:spPr>
          <a:xfrm>
            <a:off x="1373650" y="1498925"/>
            <a:ext cx="19458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FFAD1E"/>
                </a:solidFill>
                <a:latin typeface="Oswald"/>
                <a:ea typeface="Oswald"/>
                <a:cs typeface="Oswald"/>
                <a:sym typeface="Oswald"/>
              </a:rPr>
              <a:t>ECONOMIC</a:t>
            </a:r>
            <a:endParaRPr sz="2700">
              <a:solidFill>
                <a:srgbClr val="FFAD1E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557" name="Google Shape;55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314" y="1441625"/>
            <a:ext cx="566342" cy="5856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558" name="Google Shape;558;p17"/>
          <p:cNvSpPr txBox="1"/>
          <p:nvPr/>
        </p:nvSpPr>
        <p:spPr>
          <a:xfrm>
            <a:off x="807325" y="2027250"/>
            <a:ext cx="4794000" cy="29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900"/>
              <a:buFont typeface="Barlow Semi Condensed"/>
              <a:buChar char="●"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Competition for jobs. 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900"/>
              <a:buFont typeface="Barlow Semi Condensed"/>
              <a:buChar char="●"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Urbanization due to manufacturing and industrialization. 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Font typeface="Barlow Semi Condensed"/>
              <a:buChar char="○"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Today, more tertiary activities are located in cities. 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FFAD1E"/>
              </a:buClr>
              <a:buSzPts val="1900"/>
              <a:buFont typeface="Barlow Semi Condensed"/>
              <a:buChar char="●"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Uneven population distribution results in uneven development. 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Font typeface="Barlow Semi Condensed"/>
              <a:buChar char="○"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Scattered/dispersed populations 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49250" lvl="2" marL="1371600" rtl="0" algn="l">
              <a:spcBef>
                <a:spcPts val="0"/>
              </a:spcBef>
              <a:spcAft>
                <a:spcPts val="0"/>
              </a:spcAft>
              <a:buSzPts val="1900"/>
              <a:buFont typeface="Barlow Semi Condensed"/>
              <a:buChar char="■"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Lower wages -&gt; Less access to services-&gt; Overall, less developed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pic>
        <p:nvPicPr>
          <p:cNvPr id="559" name="Google Shape;55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1325" y="1812852"/>
            <a:ext cx="3274150" cy="245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18"/>
          <p:cNvSpPr txBox="1"/>
          <p:nvPr>
            <p:ph type="title"/>
          </p:nvPr>
        </p:nvSpPr>
        <p:spPr>
          <a:xfrm>
            <a:off x="417000" y="664300"/>
            <a:ext cx="80874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How does population distribution and density affect society and the environment? </a:t>
            </a:r>
            <a:endParaRPr sz="1700"/>
          </a:p>
        </p:txBody>
      </p:sp>
      <p:sp>
        <p:nvSpPr>
          <p:cNvPr id="565" name="Google Shape;565;p18"/>
          <p:cNvSpPr txBox="1"/>
          <p:nvPr>
            <p:ph idx="12" type="sldNum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6" name="Google Shape;566;p18"/>
          <p:cNvSpPr txBox="1"/>
          <p:nvPr/>
        </p:nvSpPr>
        <p:spPr>
          <a:xfrm>
            <a:off x="1373650" y="1556250"/>
            <a:ext cx="19458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FFAD1E"/>
                </a:solidFill>
                <a:latin typeface="Oswald"/>
                <a:ea typeface="Oswald"/>
                <a:cs typeface="Oswald"/>
                <a:sym typeface="Oswald"/>
              </a:rPr>
              <a:t>POLITICAL</a:t>
            </a:r>
            <a:endParaRPr sz="2700">
              <a:solidFill>
                <a:srgbClr val="FFAD1E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67" name="Google Shape;567;p18"/>
          <p:cNvSpPr txBox="1"/>
          <p:nvPr/>
        </p:nvSpPr>
        <p:spPr>
          <a:xfrm>
            <a:off x="807325" y="2027250"/>
            <a:ext cx="4982700" cy="29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200"/>
              <a:buFont typeface="Barlow Semi Condensed"/>
              <a:buChar char="●"/>
            </a:pPr>
            <a:r>
              <a:rPr lang="en" sz="2200">
                <a:latin typeface="Barlow Semi Condensed"/>
                <a:ea typeface="Barlow Semi Condensed"/>
                <a:cs typeface="Barlow Semi Condensed"/>
                <a:sym typeface="Barlow Semi Condensed"/>
              </a:rPr>
              <a:t>Representation in Government </a:t>
            </a:r>
            <a:endParaRPr sz="22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Font typeface="Barlow Semi Condensed"/>
              <a:buChar char="○"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Electoral Districts which have to be roughly equal in population size. 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49250" lvl="1" marL="914400" rtl="0" algn="l">
              <a:spcBef>
                <a:spcPts val="1000"/>
              </a:spcBef>
              <a:spcAft>
                <a:spcPts val="0"/>
              </a:spcAft>
              <a:buSzPts val="1900"/>
              <a:buFont typeface="Barlow Semi Condensed"/>
              <a:buChar char="○"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Determines how many representatives in Congress. 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49250" lvl="1" marL="914400" rtl="0" algn="l">
              <a:spcBef>
                <a:spcPts val="1000"/>
              </a:spcBef>
              <a:spcAft>
                <a:spcPts val="1000"/>
              </a:spcAft>
              <a:buSzPts val="1900"/>
              <a:buFont typeface="Barlow Semi Condensed"/>
              <a:buChar char="○"/>
            </a:pP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Redistricting -&gt; process of redrawing electoral </a:t>
            </a:r>
            <a:r>
              <a:rPr lang="en" sz="1900">
                <a:latin typeface="Barlow Semi Condensed"/>
                <a:ea typeface="Barlow Semi Condensed"/>
                <a:cs typeface="Barlow Semi Condensed"/>
                <a:sym typeface="Barlow Semi Condensed"/>
              </a:rPr>
              <a:t>district boundaries after the Census every 10 years. </a:t>
            </a:r>
            <a:endParaRPr sz="19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pic>
        <p:nvPicPr>
          <p:cNvPr id="568" name="Google Shape;56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3400" y="1407573"/>
            <a:ext cx="653700" cy="653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569" name="Google Shape;56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0025" y="1491050"/>
            <a:ext cx="28575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96500" y="3396050"/>
            <a:ext cx="2857500" cy="161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19"/>
          <p:cNvSpPr txBox="1"/>
          <p:nvPr>
            <p:ph type="title"/>
          </p:nvPr>
        </p:nvSpPr>
        <p:spPr>
          <a:xfrm>
            <a:off x="417000" y="664300"/>
            <a:ext cx="80874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How does population distribution and density affect society and the environment? </a:t>
            </a:r>
            <a:endParaRPr sz="1700"/>
          </a:p>
        </p:txBody>
      </p:sp>
      <p:sp>
        <p:nvSpPr>
          <p:cNvPr id="576" name="Google Shape;576;p19"/>
          <p:cNvSpPr txBox="1"/>
          <p:nvPr>
            <p:ph idx="12" type="sldNum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7" name="Google Shape;577;p19"/>
          <p:cNvSpPr txBox="1"/>
          <p:nvPr/>
        </p:nvSpPr>
        <p:spPr>
          <a:xfrm>
            <a:off x="807325" y="2036275"/>
            <a:ext cx="4176300" cy="17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700"/>
              <a:buFont typeface="Barlow Semi Condensed"/>
              <a:buChar char="●"/>
            </a:pPr>
            <a:r>
              <a:rPr lang="en" sz="1700">
                <a:latin typeface="Barlow Semi Condensed"/>
                <a:ea typeface="Barlow Semi Condensed"/>
                <a:cs typeface="Barlow Semi Condensed"/>
                <a:sym typeface="Barlow Semi Condensed"/>
              </a:rPr>
              <a:t>Carrying Capacity: The maximum population size an environment can sustain. </a:t>
            </a:r>
            <a:endParaRPr sz="17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700"/>
              <a:buFont typeface="Barlow Semi Condensed"/>
              <a:buChar char="○"/>
            </a:pPr>
            <a:r>
              <a:rPr lang="en" sz="1700">
                <a:latin typeface="Barlow Semi Condensed"/>
                <a:ea typeface="Barlow Semi Condensed"/>
                <a:cs typeface="Barlow Semi Condensed"/>
                <a:sym typeface="Barlow Semi Condensed"/>
              </a:rPr>
              <a:t>High population density = pressures on the arable land, water, resources, and food supply. </a:t>
            </a:r>
            <a:endParaRPr sz="17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700"/>
              <a:buFont typeface="Barlow Semi Condensed"/>
              <a:buChar char="○"/>
            </a:pPr>
            <a:r>
              <a:rPr lang="en" sz="1700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Air and water pollution, depletion of natural resources, use of large amounts of energy, excessive waste</a:t>
            </a:r>
            <a:endParaRPr sz="1700">
              <a:solidFill>
                <a:schemeClr val="dk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578" name="Google Shape;578;p19"/>
          <p:cNvSpPr txBox="1"/>
          <p:nvPr/>
        </p:nvSpPr>
        <p:spPr>
          <a:xfrm>
            <a:off x="1060050" y="1503450"/>
            <a:ext cx="56883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FFAD1E"/>
                </a:solidFill>
                <a:latin typeface="Oswald"/>
                <a:ea typeface="Oswald"/>
                <a:cs typeface="Oswald"/>
                <a:sym typeface="Oswald"/>
              </a:rPr>
              <a:t>NATURAL / ENVIRONMENTAL / PHYSICAL</a:t>
            </a:r>
            <a:endParaRPr sz="2700">
              <a:solidFill>
                <a:srgbClr val="FFAD1E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579" name="Google Shape;57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82453">
            <a:off x="762825" y="1416162"/>
            <a:ext cx="471000" cy="471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580" name="Google Shape;58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2875" y="2036275"/>
            <a:ext cx="2494391" cy="286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0"/>
          <p:cNvSpPr txBox="1"/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 and Essential Learning </a:t>
            </a:r>
            <a:endParaRPr/>
          </a:p>
        </p:txBody>
      </p:sp>
      <p:sp>
        <p:nvSpPr>
          <p:cNvPr id="586" name="Google Shape;586;p20"/>
          <p:cNvSpPr txBox="1"/>
          <p:nvPr>
            <p:ph idx="1" type="body"/>
          </p:nvPr>
        </p:nvSpPr>
        <p:spPr>
          <a:xfrm>
            <a:off x="834450" y="1442050"/>
            <a:ext cx="6981900" cy="304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2.2 Explain how population distribution and density affect society and the environment. </a:t>
            </a:r>
            <a:endParaRPr/>
          </a:p>
          <a:p>
            <a:pPr indent="-342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1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Population distribution and density affect political, economic, and social processes, including the provision of services such as medical care.</a:t>
            </a:r>
            <a:endParaRPr sz="11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1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Population distribution and density affect the environment and natural resources; this is known as carrying capacity. </a:t>
            </a:r>
            <a:endParaRPr sz="11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87" name="Google Shape;587;p20"/>
          <p:cNvSpPr txBox="1"/>
          <p:nvPr>
            <p:ph idx="12" type="sldNum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88" name="Google Shape;58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49764">
            <a:off x="7562926" y="1565126"/>
            <a:ext cx="1277501" cy="1277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odovico template">
  <a:themeElements>
    <a:clrScheme name="Custom 347">
      <a:dk1>
        <a:srgbClr val="272A36"/>
      </a:dk1>
      <a:lt1>
        <a:srgbClr val="FFFFFF"/>
      </a:lt1>
      <a:dk2>
        <a:srgbClr val="808392"/>
      </a:dk2>
      <a:lt2>
        <a:srgbClr val="E0E0E7"/>
      </a:lt2>
      <a:accent1>
        <a:srgbClr val="FFAD1D"/>
      </a:accent1>
      <a:accent2>
        <a:srgbClr val="EB7700"/>
      </a:accent2>
      <a:accent3>
        <a:srgbClr val="FD7E6B"/>
      </a:accent3>
      <a:accent4>
        <a:srgbClr val="F03131"/>
      </a:accent4>
      <a:accent5>
        <a:srgbClr val="41B5FF"/>
      </a:accent5>
      <a:accent6>
        <a:srgbClr val="1E87CA"/>
      </a:accent6>
      <a:hlink>
        <a:srgbClr val="272A36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