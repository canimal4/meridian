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260eed6538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260eed6538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77dee0215e_0_62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77dee0215e_0_6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77dee0215e_0_62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77dee0215e_0_6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85654e2983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85654e2983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805c02f5b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805c02f5b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853558c88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853558c88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853558c888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853558c88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85654e298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85654e298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85654e2983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85654e298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85654e2983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85654e2983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85654e2983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85654e2983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85654e2983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85654e2983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85657554a0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85657554a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85657554a0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85657554a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805c02f5b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805c02f5b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805c02f5b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805c02f5b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805c02f5b2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805c02f5b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853558c888_0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853558c88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-225" y="0"/>
            <a:ext cx="9144224" cy="5143512"/>
            <a:chOff x="-225" y="0"/>
            <a:chExt cx="9144224" cy="5143512"/>
          </a:xfrm>
        </p:grpSpPr>
        <p:sp>
          <p:nvSpPr>
            <p:cNvPr id="11" name="Google Shape;11;p2"/>
            <p:cNvSpPr/>
            <p:nvPr/>
          </p:nvSpPr>
          <p:spPr>
            <a:xfrm>
              <a:off x="0" y="0"/>
              <a:ext cx="61002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-175" y="1541675"/>
              <a:ext cx="6870000" cy="2060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" name="Google Shape;13;p2"/>
            <p:cNvGrpSpPr/>
            <p:nvPr/>
          </p:nvGrpSpPr>
          <p:grpSpPr>
            <a:xfrm>
              <a:off x="8477595" y="4477088"/>
              <a:ext cx="666403" cy="666424"/>
              <a:chOff x="7996345" y="980275"/>
              <a:chExt cx="666403" cy="666424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7996345" y="980275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8198672" y="980275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8400998" y="980275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996345" y="1182617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8198672" y="1182617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8400998" y="1182617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7996345" y="1384958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198672" y="1384958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400998" y="1384958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7996345" y="1587299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8198672" y="1587299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400998" y="1587299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603324" y="980275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603324" y="1182617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603324" y="1384958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8603349" y="1587299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" name="Google Shape;30;p2"/>
            <p:cNvGrpSpPr/>
            <p:nvPr/>
          </p:nvGrpSpPr>
          <p:grpSpPr>
            <a:xfrm>
              <a:off x="7042555" y="1541664"/>
              <a:ext cx="730045" cy="2060087"/>
              <a:chOff x="7022220" y="1541675"/>
              <a:chExt cx="666403" cy="1880499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7022220" y="1541675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7224547" y="1541675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7426873" y="1541675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7022220" y="1744017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7224547" y="1744017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7426873" y="1744017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7022220" y="1946358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7224547" y="1946358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7426873" y="1946358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7022220" y="2148699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7224547" y="2148699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7426873" y="2148699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7629199" y="1541675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7629199" y="1744017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7629199" y="1946358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7629224" y="2148699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7022220" y="2351050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7224547" y="2351050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7426873" y="2351050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>
                <a:off x="7022220" y="2553392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7224547" y="2553392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7426873" y="2553392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7022220" y="27557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7224547" y="27557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7426873" y="27557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7022220" y="29580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7224547" y="29580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7426873" y="29580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7629199" y="2351050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7629199" y="2553392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7629199" y="27557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7629224" y="29580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>
                <a:off x="7022220" y="31604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7224547" y="31604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p2"/>
              <p:cNvSpPr/>
              <p:nvPr/>
            </p:nvSpPr>
            <p:spPr>
              <a:xfrm>
                <a:off x="7426873" y="31604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2"/>
              <p:cNvSpPr/>
              <p:nvPr/>
            </p:nvSpPr>
            <p:spPr>
              <a:xfrm>
                <a:off x="7022220" y="33627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>
                <a:off x="7224547" y="33627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7426873" y="33627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7629199" y="31604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>
                <a:off x="7629224" y="33627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2"/>
            <p:cNvGrpSpPr/>
            <p:nvPr/>
          </p:nvGrpSpPr>
          <p:grpSpPr>
            <a:xfrm>
              <a:off x="-225" y="2008293"/>
              <a:ext cx="301822" cy="1126923"/>
              <a:chOff x="-225" y="1987280"/>
              <a:chExt cx="318950" cy="1190873"/>
            </a:xfrm>
          </p:grpSpPr>
          <p:sp>
            <p:nvSpPr>
              <p:cNvPr id="72" name="Google Shape;72;p2"/>
              <p:cNvSpPr/>
              <p:nvPr/>
            </p:nvSpPr>
            <p:spPr>
              <a:xfrm>
                <a:off x="-175" y="1987280"/>
                <a:ext cx="318900" cy="1167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>
                <a:off x="-175" y="2255817"/>
                <a:ext cx="318900" cy="1167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>
                <a:off x="-175" y="2524353"/>
                <a:ext cx="318900" cy="1167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2"/>
              <p:cNvSpPr/>
              <p:nvPr/>
            </p:nvSpPr>
            <p:spPr>
              <a:xfrm>
                <a:off x="-225" y="2792878"/>
                <a:ext cx="318900" cy="1167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2"/>
              <p:cNvSpPr/>
              <p:nvPr/>
            </p:nvSpPr>
            <p:spPr>
              <a:xfrm>
                <a:off x="-225" y="3061453"/>
                <a:ext cx="318900" cy="1167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" name="Google Shape;77;p2"/>
            <p:cNvGrpSpPr/>
            <p:nvPr/>
          </p:nvGrpSpPr>
          <p:grpSpPr>
            <a:xfrm>
              <a:off x="8842175" y="668859"/>
              <a:ext cx="301822" cy="872807"/>
              <a:chOff x="-225" y="2255817"/>
              <a:chExt cx="318950" cy="922336"/>
            </a:xfrm>
          </p:grpSpPr>
          <p:sp>
            <p:nvSpPr>
              <p:cNvPr id="78" name="Google Shape;78;p2"/>
              <p:cNvSpPr/>
              <p:nvPr/>
            </p:nvSpPr>
            <p:spPr>
              <a:xfrm>
                <a:off x="-175" y="2255817"/>
                <a:ext cx="318900" cy="116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2"/>
              <p:cNvSpPr/>
              <p:nvPr/>
            </p:nvSpPr>
            <p:spPr>
              <a:xfrm>
                <a:off x="-175" y="2524353"/>
                <a:ext cx="318900" cy="116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2"/>
              <p:cNvSpPr/>
              <p:nvPr/>
            </p:nvSpPr>
            <p:spPr>
              <a:xfrm>
                <a:off x="-225" y="2792878"/>
                <a:ext cx="318900" cy="116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2"/>
              <p:cNvSpPr/>
              <p:nvPr/>
            </p:nvSpPr>
            <p:spPr>
              <a:xfrm>
                <a:off x="-225" y="3061453"/>
                <a:ext cx="318900" cy="116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2" name="Google Shape;82;p2"/>
            <p:cNvGrpSpPr/>
            <p:nvPr/>
          </p:nvGrpSpPr>
          <p:grpSpPr>
            <a:xfrm>
              <a:off x="5798375" y="4270684"/>
              <a:ext cx="301822" cy="872807"/>
              <a:chOff x="1611209" y="2255817"/>
              <a:chExt cx="318950" cy="922336"/>
            </a:xfrm>
          </p:grpSpPr>
          <p:sp>
            <p:nvSpPr>
              <p:cNvPr id="83" name="Google Shape;83;p2"/>
              <p:cNvSpPr/>
              <p:nvPr/>
            </p:nvSpPr>
            <p:spPr>
              <a:xfrm>
                <a:off x="1611259" y="2255817"/>
                <a:ext cx="318900" cy="116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2"/>
              <p:cNvSpPr/>
              <p:nvPr/>
            </p:nvSpPr>
            <p:spPr>
              <a:xfrm>
                <a:off x="1611259" y="2524353"/>
                <a:ext cx="318900" cy="116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2"/>
              <p:cNvSpPr/>
              <p:nvPr/>
            </p:nvSpPr>
            <p:spPr>
              <a:xfrm>
                <a:off x="1611209" y="2792878"/>
                <a:ext cx="318900" cy="116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2"/>
              <p:cNvSpPr/>
              <p:nvPr/>
            </p:nvSpPr>
            <p:spPr>
              <a:xfrm>
                <a:off x="1611209" y="3061453"/>
                <a:ext cx="318900" cy="116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7" name="Google Shape;87;p2"/>
            <p:cNvGrpSpPr/>
            <p:nvPr/>
          </p:nvGrpSpPr>
          <p:grpSpPr>
            <a:xfrm>
              <a:off x="685795" y="0"/>
              <a:ext cx="666403" cy="666424"/>
              <a:chOff x="7996345" y="980275"/>
              <a:chExt cx="666403" cy="666424"/>
            </a:xfrm>
          </p:grpSpPr>
          <p:sp>
            <p:nvSpPr>
              <p:cNvPr id="88" name="Google Shape;88;p2"/>
              <p:cNvSpPr/>
              <p:nvPr/>
            </p:nvSpPr>
            <p:spPr>
              <a:xfrm>
                <a:off x="7996345" y="980275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2"/>
              <p:cNvSpPr/>
              <p:nvPr/>
            </p:nvSpPr>
            <p:spPr>
              <a:xfrm>
                <a:off x="8198672" y="980275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2"/>
              <p:cNvSpPr/>
              <p:nvPr/>
            </p:nvSpPr>
            <p:spPr>
              <a:xfrm>
                <a:off x="8400998" y="980275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7996345" y="1182617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>
                <a:off x="8198672" y="1182617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>
                <a:off x="8400998" y="1182617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7996345" y="1384958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8198672" y="1384958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8400998" y="1384958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7996345" y="1587299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8198672" y="1587299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8400998" y="1587299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p2"/>
              <p:cNvSpPr/>
              <p:nvPr/>
            </p:nvSpPr>
            <p:spPr>
              <a:xfrm>
                <a:off x="8603324" y="980275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2"/>
              <p:cNvSpPr/>
              <p:nvPr/>
            </p:nvSpPr>
            <p:spPr>
              <a:xfrm>
                <a:off x="8603324" y="1182617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8603324" y="1384958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8603349" y="1587299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04" name="Google Shape;104;p2"/>
          <p:cNvSpPr txBox="1"/>
          <p:nvPr>
            <p:ph type="ctrTitle"/>
          </p:nvPr>
        </p:nvSpPr>
        <p:spPr>
          <a:xfrm>
            <a:off x="685800" y="1541675"/>
            <a:ext cx="5740200" cy="206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6100358" y="13"/>
            <a:ext cx="3050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-175" y="1541675"/>
            <a:ext cx="6870000" cy="206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8" name="Google Shape;108;p3"/>
          <p:cNvGrpSpPr/>
          <p:nvPr/>
        </p:nvGrpSpPr>
        <p:grpSpPr>
          <a:xfrm>
            <a:off x="8477595" y="4477088"/>
            <a:ext cx="666403" cy="666424"/>
            <a:chOff x="7996345" y="980275"/>
            <a:chExt cx="666403" cy="666424"/>
          </a:xfrm>
        </p:grpSpPr>
        <p:sp>
          <p:nvSpPr>
            <p:cNvPr id="109" name="Google Shape;109;p3"/>
            <p:cNvSpPr/>
            <p:nvPr/>
          </p:nvSpPr>
          <p:spPr>
            <a:xfrm>
              <a:off x="7996345" y="980275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8198672" y="980275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8400998" y="980275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7996345" y="1182617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8198672" y="1182617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8400998" y="1182617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7996345" y="1384958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8198672" y="1384958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8400998" y="1384958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7996345" y="1587299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8198672" y="1587299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8400998" y="1587299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8603324" y="980275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8603324" y="1182617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8603324" y="1384958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8603349" y="1587299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" name="Google Shape;125;p3"/>
          <p:cNvGrpSpPr/>
          <p:nvPr/>
        </p:nvGrpSpPr>
        <p:grpSpPr>
          <a:xfrm>
            <a:off x="7042555" y="1541664"/>
            <a:ext cx="508369" cy="2060087"/>
            <a:chOff x="7022220" y="1541675"/>
            <a:chExt cx="464052" cy="1880499"/>
          </a:xfrm>
        </p:grpSpPr>
        <p:sp>
          <p:nvSpPr>
            <p:cNvPr id="126" name="Google Shape;126;p3"/>
            <p:cNvSpPr/>
            <p:nvPr/>
          </p:nvSpPr>
          <p:spPr>
            <a:xfrm>
              <a:off x="7022220" y="1541675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7224547" y="1541675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7426873" y="1541675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7022220" y="1744017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7224547" y="1744017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7426873" y="1744017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7022220" y="1946358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7224547" y="1946358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7426873" y="1946358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7022220" y="2148699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7224547" y="2148699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7426873" y="2148699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7022220" y="2351050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7224547" y="2351050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7426873" y="2351050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7022220" y="2553392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7224547" y="2553392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7426873" y="2553392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7022220" y="2755733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7224547" y="2755733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7426873" y="2755733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7022220" y="2958074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7224547" y="2958074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7426873" y="2958074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7022220" y="3160433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7224547" y="3160433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7426873" y="3160433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7022220" y="3362774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7224547" y="3362774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7426873" y="3362774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6" name="Google Shape;156;p3"/>
          <p:cNvGrpSpPr/>
          <p:nvPr/>
        </p:nvGrpSpPr>
        <p:grpSpPr>
          <a:xfrm>
            <a:off x="-225" y="2135380"/>
            <a:ext cx="301822" cy="872770"/>
            <a:chOff x="-225" y="1987280"/>
            <a:chExt cx="318950" cy="922298"/>
          </a:xfrm>
        </p:grpSpPr>
        <p:sp>
          <p:nvSpPr>
            <p:cNvPr id="157" name="Google Shape;157;p3"/>
            <p:cNvSpPr/>
            <p:nvPr/>
          </p:nvSpPr>
          <p:spPr>
            <a:xfrm>
              <a:off x="-175" y="1987280"/>
              <a:ext cx="318900" cy="11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-175" y="2255817"/>
              <a:ext cx="318900" cy="11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-175" y="2524353"/>
              <a:ext cx="318900" cy="11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-225" y="2792878"/>
              <a:ext cx="318900" cy="11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1" name="Google Shape;161;p3"/>
          <p:cNvGrpSpPr/>
          <p:nvPr/>
        </p:nvGrpSpPr>
        <p:grpSpPr>
          <a:xfrm>
            <a:off x="8842175" y="668859"/>
            <a:ext cx="301822" cy="872807"/>
            <a:chOff x="-225" y="2255817"/>
            <a:chExt cx="318950" cy="922336"/>
          </a:xfrm>
        </p:grpSpPr>
        <p:sp>
          <p:nvSpPr>
            <p:cNvPr id="162" name="Google Shape;162;p3"/>
            <p:cNvSpPr/>
            <p:nvPr/>
          </p:nvSpPr>
          <p:spPr>
            <a:xfrm>
              <a:off x="-175" y="2255817"/>
              <a:ext cx="318900" cy="11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-175" y="2524353"/>
              <a:ext cx="318900" cy="11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-225" y="2792878"/>
              <a:ext cx="318900" cy="11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-225" y="3061453"/>
              <a:ext cx="318900" cy="11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6" name="Google Shape;166;p3"/>
          <p:cNvGrpSpPr/>
          <p:nvPr/>
        </p:nvGrpSpPr>
        <p:grpSpPr>
          <a:xfrm>
            <a:off x="6100350" y="4270684"/>
            <a:ext cx="301822" cy="872807"/>
            <a:chOff x="-225" y="2255817"/>
            <a:chExt cx="318950" cy="922336"/>
          </a:xfrm>
        </p:grpSpPr>
        <p:sp>
          <p:nvSpPr>
            <p:cNvPr id="167" name="Google Shape;167;p3"/>
            <p:cNvSpPr/>
            <p:nvPr/>
          </p:nvSpPr>
          <p:spPr>
            <a:xfrm>
              <a:off x="-175" y="2255817"/>
              <a:ext cx="318900" cy="11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-175" y="2524353"/>
              <a:ext cx="318900" cy="11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-225" y="2792878"/>
              <a:ext cx="318900" cy="11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3"/>
            <p:cNvSpPr/>
            <p:nvPr/>
          </p:nvSpPr>
          <p:spPr>
            <a:xfrm>
              <a:off x="-225" y="3061453"/>
              <a:ext cx="318900" cy="11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1" name="Google Shape;171;p3"/>
          <p:cNvGrpSpPr/>
          <p:nvPr/>
        </p:nvGrpSpPr>
        <p:grpSpPr>
          <a:xfrm>
            <a:off x="685795" y="0"/>
            <a:ext cx="666403" cy="666424"/>
            <a:chOff x="7996345" y="980275"/>
            <a:chExt cx="666403" cy="666424"/>
          </a:xfrm>
        </p:grpSpPr>
        <p:sp>
          <p:nvSpPr>
            <p:cNvPr id="172" name="Google Shape;172;p3"/>
            <p:cNvSpPr/>
            <p:nvPr/>
          </p:nvSpPr>
          <p:spPr>
            <a:xfrm>
              <a:off x="7996345" y="980275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8198672" y="980275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8400998" y="980275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7996345" y="1182617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8198672" y="1182617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3"/>
            <p:cNvSpPr/>
            <p:nvPr/>
          </p:nvSpPr>
          <p:spPr>
            <a:xfrm>
              <a:off x="8400998" y="1182617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3"/>
            <p:cNvSpPr/>
            <p:nvPr/>
          </p:nvSpPr>
          <p:spPr>
            <a:xfrm>
              <a:off x="7996345" y="1384958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8198672" y="1384958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8400998" y="1384958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7996345" y="1587299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8198672" y="1587299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8400998" y="1587299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3"/>
            <p:cNvSpPr/>
            <p:nvPr/>
          </p:nvSpPr>
          <p:spPr>
            <a:xfrm>
              <a:off x="8603324" y="980275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3"/>
            <p:cNvSpPr/>
            <p:nvPr/>
          </p:nvSpPr>
          <p:spPr>
            <a:xfrm>
              <a:off x="8603324" y="1182617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8603324" y="1384958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8603349" y="1587299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8" name="Google Shape;188;p3"/>
          <p:cNvSpPr txBox="1"/>
          <p:nvPr>
            <p:ph type="ctrTitle"/>
          </p:nvPr>
        </p:nvSpPr>
        <p:spPr>
          <a:xfrm>
            <a:off x="603425" y="1794125"/>
            <a:ext cx="5497200" cy="8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3"/>
          <p:cNvSpPr txBox="1"/>
          <p:nvPr>
            <p:ph idx="1" type="subTitle"/>
          </p:nvPr>
        </p:nvSpPr>
        <p:spPr>
          <a:xfrm>
            <a:off x="603425" y="2604674"/>
            <a:ext cx="5497200" cy="37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" name="Google Shape;191;p4"/>
          <p:cNvGrpSpPr/>
          <p:nvPr/>
        </p:nvGrpSpPr>
        <p:grpSpPr>
          <a:xfrm>
            <a:off x="-175" y="0"/>
            <a:ext cx="9158125" cy="5149862"/>
            <a:chOff x="-175" y="0"/>
            <a:chExt cx="9158125" cy="5149862"/>
          </a:xfrm>
        </p:grpSpPr>
        <p:sp>
          <p:nvSpPr>
            <p:cNvPr id="192" name="Google Shape;192;p4"/>
            <p:cNvSpPr/>
            <p:nvPr/>
          </p:nvSpPr>
          <p:spPr>
            <a:xfrm>
              <a:off x="0" y="0"/>
              <a:ext cx="78456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3" name="Google Shape;193;p4"/>
            <p:cNvGrpSpPr/>
            <p:nvPr/>
          </p:nvGrpSpPr>
          <p:grpSpPr>
            <a:xfrm>
              <a:off x="-175" y="664293"/>
              <a:ext cx="318794" cy="653721"/>
              <a:chOff x="5385375" y="498300"/>
              <a:chExt cx="802200" cy="556500"/>
            </a:xfrm>
          </p:grpSpPr>
          <p:sp>
            <p:nvSpPr>
              <p:cNvPr id="194" name="Google Shape;194;p4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4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4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7" name="Google Shape;197;p4"/>
            <p:cNvSpPr/>
            <p:nvPr/>
          </p:nvSpPr>
          <p:spPr>
            <a:xfrm>
              <a:off x="666125" y="660475"/>
              <a:ext cx="666300" cy="6663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4"/>
            <p:cNvSpPr/>
            <p:nvPr/>
          </p:nvSpPr>
          <p:spPr>
            <a:xfrm>
              <a:off x="8504250" y="4489800"/>
              <a:ext cx="6537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9" name="Google Shape;199;p4"/>
            <p:cNvGrpSpPr/>
            <p:nvPr/>
          </p:nvGrpSpPr>
          <p:grpSpPr>
            <a:xfrm>
              <a:off x="8994728" y="670955"/>
              <a:ext cx="149289" cy="653721"/>
              <a:chOff x="5385375" y="498300"/>
              <a:chExt cx="802200" cy="556500"/>
            </a:xfrm>
          </p:grpSpPr>
          <p:sp>
            <p:nvSpPr>
              <p:cNvPr id="200" name="Google Shape;200;p4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4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4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4"/>
            <p:cNvGrpSpPr/>
            <p:nvPr/>
          </p:nvGrpSpPr>
          <p:grpSpPr>
            <a:xfrm>
              <a:off x="7508545" y="3014000"/>
              <a:ext cx="666403" cy="1475799"/>
              <a:chOff x="7508545" y="664625"/>
              <a:chExt cx="666403" cy="1475799"/>
            </a:xfrm>
          </p:grpSpPr>
          <p:sp>
            <p:nvSpPr>
              <p:cNvPr id="204" name="Google Shape;204;p4"/>
              <p:cNvSpPr/>
              <p:nvPr/>
            </p:nvSpPr>
            <p:spPr>
              <a:xfrm>
                <a:off x="7508545" y="664625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4"/>
              <p:cNvSpPr/>
              <p:nvPr/>
            </p:nvSpPr>
            <p:spPr>
              <a:xfrm>
                <a:off x="7710872" y="664625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4"/>
              <p:cNvSpPr/>
              <p:nvPr/>
            </p:nvSpPr>
            <p:spPr>
              <a:xfrm>
                <a:off x="7913198" y="664625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4"/>
              <p:cNvSpPr/>
              <p:nvPr/>
            </p:nvSpPr>
            <p:spPr>
              <a:xfrm>
                <a:off x="7508545" y="866967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4"/>
              <p:cNvSpPr/>
              <p:nvPr/>
            </p:nvSpPr>
            <p:spPr>
              <a:xfrm>
                <a:off x="7710872" y="866967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4"/>
              <p:cNvSpPr/>
              <p:nvPr/>
            </p:nvSpPr>
            <p:spPr>
              <a:xfrm>
                <a:off x="7913198" y="866967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4"/>
              <p:cNvSpPr/>
              <p:nvPr/>
            </p:nvSpPr>
            <p:spPr>
              <a:xfrm>
                <a:off x="7508545" y="1069308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4"/>
              <p:cNvSpPr/>
              <p:nvPr/>
            </p:nvSpPr>
            <p:spPr>
              <a:xfrm>
                <a:off x="7710872" y="1069308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4"/>
              <p:cNvSpPr/>
              <p:nvPr/>
            </p:nvSpPr>
            <p:spPr>
              <a:xfrm>
                <a:off x="7913198" y="1069308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4"/>
              <p:cNvSpPr/>
              <p:nvPr/>
            </p:nvSpPr>
            <p:spPr>
              <a:xfrm>
                <a:off x="7508545" y="1271649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4"/>
              <p:cNvSpPr/>
              <p:nvPr/>
            </p:nvSpPr>
            <p:spPr>
              <a:xfrm>
                <a:off x="7710872" y="1271649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4"/>
              <p:cNvSpPr/>
              <p:nvPr/>
            </p:nvSpPr>
            <p:spPr>
              <a:xfrm>
                <a:off x="7913198" y="1271649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4"/>
              <p:cNvSpPr/>
              <p:nvPr/>
            </p:nvSpPr>
            <p:spPr>
              <a:xfrm>
                <a:off x="8115524" y="664625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4"/>
              <p:cNvSpPr/>
              <p:nvPr/>
            </p:nvSpPr>
            <p:spPr>
              <a:xfrm>
                <a:off x="8115524" y="866967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4"/>
              <p:cNvSpPr/>
              <p:nvPr/>
            </p:nvSpPr>
            <p:spPr>
              <a:xfrm>
                <a:off x="8115524" y="1069308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4"/>
              <p:cNvSpPr/>
              <p:nvPr/>
            </p:nvSpPr>
            <p:spPr>
              <a:xfrm>
                <a:off x="8115549" y="1271649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" name="Google Shape;220;p4"/>
              <p:cNvSpPr/>
              <p:nvPr/>
            </p:nvSpPr>
            <p:spPr>
              <a:xfrm>
                <a:off x="7508545" y="1474000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4"/>
              <p:cNvSpPr/>
              <p:nvPr/>
            </p:nvSpPr>
            <p:spPr>
              <a:xfrm>
                <a:off x="7710872" y="1474000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4"/>
              <p:cNvSpPr/>
              <p:nvPr/>
            </p:nvSpPr>
            <p:spPr>
              <a:xfrm>
                <a:off x="7913198" y="1474000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4"/>
              <p:cNvSpPr/>
              <p:nvPr/>
            </p:nvSpPr>
            <p:spPr>
              <a:xfrm>
                <a:off x="7508545" y="1676342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" name="Google Shape;224;p4"/>
              <p:cNvSpPr/>
              <p:nvPr/>
            </p:nvSpPr>
            <p:spPr>
              <a:xfrm>
                <a:off x="7710872" y="1676342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4"/>
              <p:cNvSpPr/>
              <p:nvPr/>
            </p:nvSpPr>
            <p:spPr>
              <a:xfrm>
                <a:off x="7913198" y="1676342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4"/>
              <p:cNvSpPr/>
              <p:nvPr/>
            </p:nvSpPr>
            <p:spPr>
              <a:xfrm>
                <a:off x="7508545" y="187868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4"/>
              <p:cNvSpPr/>
              <p:nvPr/>
            </p:nvSpPr>
            <p:spPr>
              <a:xfrm>
                <a:off x="7710872" y="187868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4"/>
              <p:cNvSpPr/>
              <p:nvPr/>
            </p:nvSpPr>
            <p:spPr>
              <a:xfrm>
                <a:off x="7913198" y="187868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4"/>
              <p:cNvSpPr/>
              <p:nvPr/>
            </p:nvSpPr>
            <p:spPr>
              <a:xfrm>
                <a:off x="7508545" y="208102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4"/>
              <p:cNvSpPr/>
              <p:nvPr/>
            </p:nvSpPr>
            <p:spPr>
              <a:xfrm>
                <a:off x="7710872" y="208102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4"/>
              <p:cNvSpPr/>
              <p:nvPr/>
            </p:nvSpPr>
            <p:spPr>
              <a:xfrm>
                <a:off x="7913198" y="208102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4"/>
              <p:cNvSpPr/>
              <p:nvPr/>
            </p:nvSpPr>
            <p:spPr>
              <a:xfrm>
                <a:off x="8115524" y="1474000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4"/>
              <p:cNvSpPr/>
              <p:nvPr/>
            </p:nvSpPr>
            <p:spPr>
              <a:xfrm>
                <a:off x="8115524" y="1676342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4"/>
              <p:cNvSpPr/>
              <p:nvPr/>
            </p:nvSpPr>
            <p:spPr>
              <a:xfrm>
                <a:off x="8115524" y="187868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4"/>
              <p:cNvSpPr/>
              <p:nvPr/>
            </p:nvSpPr>
            <p:spPr>
              <a:xfrm>
                <a:off x="8115549" y="208102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6" name="Google Shape;236;p4"/>
            <p:cNvGrpSpPr/>
            <p:nvPr/>
          </p:nvGrpSpPr>
          <p:grpSpPr>
            <a:xfrm>
              <a:off x="666070" y="4483438"/>
              <a:ext cx="666403" cy="666424"/>
              <a:chOff x="7996345" y="980275"/>
              <a:chExt cx="666403" cy="666424"/>
            </a:xfrm>
          </p:grpSpPr>
          <p:sp>
            <p:nvSpPr>
              <p:cNvPr id="237" name="Google Shape;237;p4"/>
              <p:cNvSpPr/>
              <p:nvPr/>
            </p:nvSpPr>
            <p:spPr>
              <a:xfrm>
                <a:off x="7996345" y="980275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4"/>
              <p:cNvSpPr/>
              <p:nvPr/>
            </p:nvSpPr>
            <p:spPr>
              <a:xfrm>
                <a:off x="8198672" y="980275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4"/>
              <p:cNvSpPr/>
              <p:nvPr/>
            </p:nvSpPr>
            <p:spPr>
              <a:xfrm>
                <a:off x="8400998" y="980275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4"/>
              <p:cNvSpPr/>
              <p:nvPr/>
            </p:nvSpPr>
            <p:spPr>
              <a:xfrm>
                <a:off x="7996345" y="1182617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4"/>
              <p:cNvSpPr/>
              <p:nvPr/>
            </p:nvSpPr>
            <p:spPr>
              <a:xfrm>
                <a:off x="8198672" y="1182617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4"/>
              <p:cNvSpPr/>
              <p:nvPr/>
            </p:nvSpPr>
            <p:spPr>
              <a:xfrm>
                <a:off x="8400998" y="1182617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4"/>
              <p:cNvSpPr/>
              <p:nvPr/>
            </p:nvSpPr>
            <p:spPr>
              <a:xfrm>
                <a:off x="7996345" y="1384958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4"/>
              <p:cNvSpPr/>
              <p:nvPr/>
            </p:nvSpPr>
            <p:spPr>
              <a:xfrm>
                <a:off x="8198672" y="1384958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4"/>
              <p:cNvSpPr/>
              <p:nvPr/>
            </p:nvSpPr>
            <p:spPr>
              <a:xfrm>
                <a:off x="8400998" y="1384958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4"/>
              <p:cNvSpPr/>
              <p:nvPr/>
            </p:nvSpPr>
            <p:spPr>
              <a:xfrm>
                <a:off x="7996345" y="1587299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4"/>
              <p:cNvSpPr/>
              <p:nvPr/>
            </p:nvSpPr>
            <p:spPr>
              <a:xfrm>
                <a:off x="8198672" y="1587299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4"/>
              <p:cNvSpPr/>
              <p:nvPr/>
            </p:nvSpPr>
            <p:spPr>
              <a:xfrm>
                <a:off x="8400998" y="1587299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4"/>
              <p:cNvSpPr/>
              <p:nvPr/>
            </p:nvSpPr>
            <p:spPr>
              <a:xfrm>
                <a:off x="8603324" y="980275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4"/>
              <p:cNvSpPr/>
              <p:nvPr/>
            </p:nvSpPr>
            <p:spPr>
              <a:xfrm>
                <a:off x="8603324" y="1182617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4"/>
              <p:cNvSpPr/>
              <p:nvPr/>
            </p:nvSpPr>
            <p:spPr>
              <a:xfrm>
                <a:off x="8603324" y="1384958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4"/>
              <p:cNvSpPr/>
              <p:nvPr/>
            </p:nvSpPr>
            <p:spPr>
              <a:xfrm>
                <a:off x="8603349" y="1587299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53" name="Google Shape;253;p4"/>
          <p:cNvSpPr txBox="1"/>
          <p:nvPr>
            <p:ph idx="1" type="body"/>
          </p:nvPr>
        </p:nvSpPr>
        <p:spPr>
          <a:xfrm>
            <a:off x="1699000" y="660475"/>
            <a:ext cx="5045400" cy="382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Barlow SemiBold"/>
              <a:buChar char="▪"/>
              <a:defRPr sz="360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indent="-4572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Barlow SemiBold"/>
              <a:buChar char="▫"/>
              <a:defRPr sz="3600"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indent="-4572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SemiBold"/>
              <a:buChar char="▫"/>
              <a:defRPr sz="3600"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indent="-4572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SemiBold"/>
              <a:buChar char="▫"/>
              <a:defRPr sz="3600"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indent="-4572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SemiBold"/>
              <a:buChar char="▫"/>
              <a:defRPr sz="3600"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indent="-4572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SemiBold"/>
              <a:buChar char="▫"/>
              <a:defRPr sz="3600"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indent="-4572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SemiBold"/>
              <a:buChar char="▫"/>
              <a:defRPr sz="3600"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indent="-4572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SemiBold"/>
              <a:buChar char="▫"/>
              <a:defRPr sz="3600"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indent="-4572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SemiBold"/>
              <a:buChar char="▫"/>
              <a:defRPr sz="3600"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/>
        </p:txBody>
      </p:sp>
      <p:sp>
        <p:nvSpPr>
          <p:cNvPr id="254" name="Google Shape;254;p4"/>
          <p:cNvSpPr txBox="1"/>
          <p:nvPr/>
        </p:nvSpPr>
        <p:spPr>
          <a:xfrm>
            <a:off x="666125" y="574543"/>
            <a:ext cx="6663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lt1"/>
                </a:solidFill>
              </a:rPr>
              <a:t>“</a:t>
            </a:r>
            <a:endParaRPr sz="9600">
              <a:solidFill>
                <a:schemeClr val="lt1"/>
              </a:solidFill>
            </a:endParaRPr>
          </a:p>
        </p:txBody>
      </p:sp>
      <p:sp>
        <p:nvSpPr>
          <p:cNvPr id="255" name="Google Shape;255;p4"/>
          <p:cNvSpPr txBox="1"/>
          <p:nvPr>
            <p:ph idx="12" type="sldNum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5"/>
          <p:cNvSpPr txBox="1"/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258" name="Google Shape;258;p5"/>
          <p:cNvSpPr txBox="1"/>
          <p:nvPr>
            <p:ph idx="1" type="body"/>
          </p:nvPr>
        </p:nvSpPr>
        <p:spPr>
          <a:xfrm>
            <a:off x="1199775" y="1599700"/>
            <a:ext cx="6650700" cy="288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rtl="0">
              <a:spcBef>
                <a:spcPts val="600"/>
              </a:spcBef>
              <a:spcAft>
                <a:spcPts val="0"/>
              </a:spcAft>
              <a:buSzPts val="2400"/>
              <a:buChar char="▪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9pPr>
          </a:lstStyle>
          <a:p/>
        </p:txBody>
      </p:sp>
      <p:sp>
        <p:nvSpPr>
          <p:cNvPr id="259" name="Google Shape;259;p5"/>
          <p:cNvSpPr txBox="1"/>
          <p:nvPr>
            <p:ph idx="12" type="sldNum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60" name="Google Shape;260;p5"/>
          <p:cNvGrpSpPr/>
          <p:nvPr/>
        </p:nvGrpSpPr>
        <p:grpSpPr>
          <a:xfrm>
            <a:off x="-207" y="0"/>
            <a:ext cx="9158157" cy="5149835"/>
            <a:chOff x="-207" y="0"/>
            <a:chExt cx="9158157" cy="5149835"/>
          </a:xfrm>
        </p:grpSpPr>
        <p:sp>
          <p:nvSpPr>
            <p:cNvPr id="261" name="Google Shape;261;p5"/>
            <p:cNvSpPr/>
            <p:nvPr/>
          </p:nvSpPr>
          <p:spPr>
            <a:xfrm>
              <a:off x="8504250" y="4489800"/>
              <a:ext cx="6537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5"/>
            <p:cNvSpPr/>
            <p:nvPr/>
          </p:nvSpPr>
          <p:spPr>
            <a:xfrm>
              <a:off x="0" y="0"/>
              <a:ext cx="6537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5"/>
            <p:cNvSpPr/>
            <p:nvPr/>
          </p:nvSpPr>
          <p:spPr>
            <a:xfrm>
              <a:off x="322375" y="664300"/>
              <a:ext cx="81819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4" name="Google Shape;264;p5"/>
            <p:cNvGrpSpPr/>
            <p:nvPr/>
          </p:nvGrpSpPr>
          <p:grpSpPr>
            <a:xfrm>
              <a:off x="-207" y="664293"/>
              <a:ext cx="155867" cy="653721"/>
              <a:chOff x="5385375" y="498300"/>
              <a:chExt cx="802200" cy="556500"/>
            </a:xfrm>
          </p:grpSpPr>
          <p:sp>
            <p:nvSpPr>
              <p:cNvPr id="265" name="Google Shape;265;p5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5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5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8" name="Google Shape;268;p5"/>
            <p:cNvGrpSpPr/>
            <p:nvPr/>
          </p:nvGrpSpPr>
          <p:grpSpPr>
            <a:xfrm>
              <a:off x="322384" y="4483463"/>
              <a:ext cx="666347" cy="666373"/>
              <a:chOff x="7134700" y="414375"/>
              <a:chExt cx="501919" cy="501900"/>
            </a:xfrm>
          </p:grpSpPr>
          <p:sp>
            <p:nvSpPr>
              <p:cNvPr id="269" name="Google Shape;269;p5"/>
              <p:cNvSpPr/>
              <p:nvPr/>
            </p:nvSpPr>
            <p:spPr>
              <a:xfrm>
                <a:off x="71347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5"/>
              <p:cNvSpPr/>
              <p:nvPr/>
            </p:nvSpPr>
            <p:spPr>
              <a:xfrm>
                <a:off x="72871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" name="Google Shape;271;p5"/>
              <p:cNvSpPr/>
              <p:nvPr/>
            </p:nvSpPr>
            <p:spPr>
              <a:xfrm>
                <a:off x="74395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5"/>
              <p:cNvSpPr/>
              <p:nvPr/>
            </p:nvSpPr>
            <p:spPr>
              <a:xfrm>
                <a:off x="71347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5"/>
              <p:cNvSpPr/>
              <p:nvPr/>
            </p:nvSpPr>
            <p:spPr>
              <a:xfrm>
                <a:off x="72871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5"/>
              <p:cNvSpPr/>
              <p:nvPr/>
            </p:nvSpPr>
            <p:spPr>
              <a:xfrm>
                <a:off x="74395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5"/>
              <p:cNvSpPr/>
              <p:nvPr/>
            </p:nvSpPr>
            <p:spPr>
              <a:xfrm>
                <a:off x="71347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p5"/>
              <p:cNvSpPr/>
              <p:nvPr/>
            </p:nvSpPr>
            <p:spPr>
              <a:xfrm>
                <a:off x="72871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" name="Google Shape;277;p5"/>
              <p:cNvSpPr/>
              <p:nvPr/>
            </p:nvSpPr>
            <p:spPr>
              <a:xfrm>
                <a:off x="74395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5"/>
              <p:cNvSpPr/>
              <p:nvPr/>
            </p:nvSpPr>
            <p:spPr>
              <a:xfrm>
                <a:off x="71347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5"/>
              <p:cNvSpPr/>
              <p:nvPr/>
            </p:nvSpPr>
            <p:spPr>
              <a:xfrm>
                <a:off x="72871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5"/>
              <p:cNvSpPr/>
              <p:nvPr/>
            </p:nvSpPr>
            <p:spPr>
              <a:xfrm>
                <a:off x="74395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" name="Google Shape;281;p5"/>
              <p:cNvSpPr/>
              <p:nvPr/>
            </p:nvSpPr>
            <p:spPr>
              <a:xfrm>
                <a:off x="75919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" name="Google Shape;282;p5"/>
              <p:cNvSpPr/>
              <p:nvPr/>
            </p:nvSpPr>
            <p:spPr>
              <a:xfrm>
                <a:off x="75919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5"/>
              <p:cNvSpPr/>
              <p:nvPr/>
            </p:nvSpPr>
            <p:spPr>
              <a:xfrm>
                <a:off x="75919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5"/>
              <p:cNvSpPr/>
              <p:nvPr/>
            </p:nvSpPr>
            <p:spPr>
              <a:xfrm>
                <a:off x="7591919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5" name="Google Shape;285;p5"/>
            <p:cNvGrpSpPr/>
            <p:nvPr/>
          </p:nvGrpSpPr>
          <p:grpSpPr>
            <a:xfrm>
              <a:off x="8832384" y="670955"/>
              <a:ext cx="311815" cy="653721"/>
              <a:chOff x="5385375" y="498300"/>
              <a:chExt cx="802200" cy="556500"/>
            </a:xfrm>
          </p:grpSpPr>
          <p:sp>
            <p:nvSpPr>
              <p:cNvPr id="286" name="Google Shape;286;p5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5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5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89" name="Google Shape;289;p5"/>
          <p:cNvSpPr/>
          <p:nvPr/>
        </p:nvSpPr>
        <p:spPr>
          <a:xfrm>
            <a:off x="705975" y="4423000"/>
            <a:ext cx="351600" cy="72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+ Image">
  <p:cSld name="TITLE_AND_BODY_1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6"/>
          <p:cNvSpPr/>
          <p:nvPr/>
        </p:nvSpPr>
        <p:spPr>
          <a:xfrm>
            <a:off x="6100358" y="13"/>
            <a:ext cx="30504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6"/>
          <p:cNvSpPr/>
          <p:nvPr/>
        </p:nvSpPr>
        <p:spPr>
          <a:xfrm>
            <a:off x="8504250" y="4489800"/>
            <a:ext cx="653700" cy="653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6"/>
          <p:cNvSpPr/>
          <p:nvPr/>
        </p:nvSpPr>
        <p:spPr>
          <a:xfrm>
            <a:off x="322375" y="646500"/>
            <a:ext cx="4470600" cy="653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4" name="Google Shape;294;p6"/>
          <p:cNvGrpSpPr/>
          <p:nvPr/>
        </p:nvGrpSpPr>
        <p:grpSpPr>
          <a:xfrm>
            <a:off x="-207" y="646493"/>
            <a:ext cx="155867" cy="653721"/>
            <a:chOff x="5385375" y="498300"/>
            <a:chExt cx="802200" cy="556500"/>
          </a:xfrm>
        </p:grpSpPr>
        <p:sp>
          <p:nvSpPr>
            <p:cNvPr id="295" name="Google Shape;295;p6"/>
            <p:cNvSpPr/>
            <p:nvPr/>
          </p:nvSpPr>
          <p:spPr>
            <a:xfrm>
              <a:off x="5385375" y="498300"/>
              <a:ext cx="802200" cy="9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6"/>
            <p:cNvSpPr/>
            <p:nvPr/>
          </p:nvSpPr>
          <p:spPr>
            <a:xfrm>
              <a:off x="5385375" y="726900"/>
              <a:ext cx="802200" cy="9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6"/>
            <p:cNvSpPr/>
            <p:nvPr/>
          </p:nvSpPr>
          <p:spPr>
            <a:xfrm>
              <a:off x="5385375" y="955500"/>
              <a:ext cx="802200" cy="9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8" name="Google Shape;298;p6"/>
          <p:cNvGrpSpPr/>
          <p:nvPr/>
        </p:nvGrpSpPr>
        <p:grpSpPr>
          <a:xfrm>
            <a:off x="5434002" y="4483463"/>
            <a:ext cx="666347" cy="666373"/>
            <a:chOff x="7134700" y="414375"/>
            <a:chExt cx="501919" cy="501900"/>
          </a:xfrm>
        </p:grpSpPr>
        <p:sp>
          <p:nvSpPr>
            <p:cNvPr id="299" name="Google Shape;299;p6"/>
            <p:cNvSpPr/>
            <p:nvPr/>
          </p:nvSpPr>
          <p:spPr>
            <a:xfrm>
              <a:off x="7134700" y="4143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6"/>
            <p:cNvSpPr/>
            <p:nvPr/>
          </p:nvSpPr>
          <p:spPr>
            <a:xfrm>
              <a:off x="7287100" y="4143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6"/>
            <p:cNvSpPr/>
            <p:nvPr/>
          </p:nvSpPr>
          <p:spPr>
            <a:xfrm>
              <a:off x="7439500" y="4143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6"/>
            <p:cNvSpPr/>
            <p:nvPr/>
          </p:nvSpPr>
          <p:spPr>
            <a:xfrm>
              <a:off x="7134700" y="5667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6"/>
            <p:cNvSpPr/>
            <p:nvPr/>
          </p:nvSpPr>
          <p:spPr>
            <a:xfrm>
              <a:off x="7287100" y="5667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6"/>
            <p:cNvSpPr/>
            <p:nvPr/>
          </p:nvSpPr>
          <p:spPr>
            <a:xfrm>
              <a:off x="7439500" y="5667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6"/>
            <p:cNvSpPr/>
            <p:nvPr/>
          </p:nvSpPr>
          <p:spPr>
            <a:xfrm>
              <a:off x="7134700" y="7191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6"/>
            <p:cNvSpPr/>
            <p:nvPr/>
          </p:nvSpPr>
          <p:spPr>
            <a:xfrm>
              <a:off x="7287100" y="7191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6"/>
            <p:cNvSpPr/>
            <p:nvPr/>
          </p:nvSpPr>
          <p:spPr>
            <a:xfrm>
              <a:off x="7439500" y="7191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6"/>
            <p:cNvSpPr/>
            <p:nvPr/>
          </p:nvSpPr>
          <p:spPr>
            <a:xfrm>
              <a:off x="7134700" y="8715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6"/>
            <p:cNvSpPr/>
            <p:nvPr/>
          </p:nvSpPr>
          <p:spPr>
            <a:xfrm>
              <a:off x="7287100" y="8715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6"/>
            <p:cNvSpPr/>
            <p:nvPr/>
          </p:nvSpPr>
          <p:spPr>
            <a:xfrm>
              <a:off x="7439500" y="8715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6"/>
            <p:cNvSpPr/>
            <p:nvPr/>
          </p:nvSpPr>
          <p:spPr>
            <a:xfrm>
              <a:off x="7591900" y="4143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6"/>
            <p:cNvSpPr/>
            <p:nvPr/>
          </p:nvSpPr>
          <p:spPr>
            <a:xfrm>
              <a:off x="7591900" y="5667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6"/>
            <p:cNvSpPr/>
            <p:nvPr/>
          </p:nvSpPr>
          <p:spPr>
            <a:xfrm>
              <a:off x="7591900" y="7191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6"/>
            <p:cNvSpPr/>
            <p:nvPr/>
          </p:nvSpPr>
          <p:spPr>
            <a:xfrm>
              <a:off x="7591919" y="8715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5" name="Google Shape;315;p6"/>
          <p:cNvGrpSpPr/>
          <p:nvPr/>
        </p:nvGrpSpPr>
        <p:grpSpPr>
          <a:xfrm rot="-5400000">
            <a:off x="8018100" y="-167410"/>
            <a:ext cx="318554" cy="653721"/>
            <a:chOff x="5385375" y="498300"/>
            <a:chExt cx="802200" cy="556500"/>
          </a:xfrm>
        </p:grpSpPr>
        <p:sp>
          <p:nvSpPr>
            <p:cNvPr id="316" name="Google Shape;316;p6"/>
            <p:cNvSpPr/>
            <p:nvPr/>
          </p:nvSpPr>
          <p:spPr>
            <a:xfrm>
              <a:off x="5385375" y="498300"/>
              <a:ext cx="802200" cy="99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6"/>
            <p:cNvSpPr/>
            <p:nvPr/>
          </p:nvSpPr>
          <p:spPr>
            <a:xfrm>
              <a:off x="5385375" y="726900"/>
              <a:ext cx="802200" cy="99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6"/>
            <p:cNvSpPr/>
            <p:nvPr/>
          </p:nvSpPr>
          <p:spPr>
            <a:xfrm>
              <a:off x="5385375" y="955500"/>
              <a:ext cx="802200" cy="99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9" name="Google Shape;319;p6"/>
          <p:cNvSpPr txBox="1"/>
          <p:nvPr>
            <p:ph type="title"/>
          </p:nvPr>
        </p:nvSpPr>
        <p:spPr>
          <a:xfrm>
            <a:off x="508700" y="646500"/>
            <a:ext cx="42843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0" name="Google Shape;320;p6"/>
          <p:cNvSpPr txBox="1"/>
          <p:nvPr>
            <p:ph idx="1" type="body"/>
          </p:nvPr>
        </p:nvSpPr>
        <p:spPr>
          <a:xfrm>
            <a:off x="508700" y="1599700"/>
            <a:ext cx="4284300" cy="288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rtl="0">
              <a:spcBef>
                <a:spcPts val="600"/>
              </a:spcBef>
              <a:spcAft>
                <a:spcPts val="0"/>
              </a:spcAft>
              <a:buSzPts val="2400"/>
              <a:buChar char="▪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9pPr>
          </a:lstStyle>
          <a:p/>
        </p:txBody>
      </p:sp>
      <p:sp>
        <p:nvSpPr>
          <p:cNvPr id="321" name="Google Shape;321;p6"/>
          <p:cNvSpPr txBox="1"/>
          <p:nvPr>
            <p:ph idx="12" type="sldNum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" name="Google Shape;323;p7"/>
          <p:cNvGrpSpPr/>
          <p:nvPr/>
        </p:nvGrpSpPr>
        <p:grpSpPr>
          <a:xfrm>
            <a:off x="-207" y="0"/>
            <a:ext cx="9158157" cy="5149835"/>
            <a:chOff x="-207" y="0"/>
            <a:chExt cx="9158157" cy="5149835"/>
          </a:xfrm>
        </p:grpSpPr>
        <p:sp>
          <p:nvSpPr>
            <p:cNvPr id="324" name="Google Shape;324;p7"/>
            <p:cNvSpPr/>
            <p:nvPr/>
          </p:nvSpPr>
          <p:spPr>
            <a:xfrm>
              <a:off x="8504250" y="4489800"/>
              <a:ext cx="6537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7"/>
            <p:cNvSpPr/>
            <p:nvPr/>
          </p:nvSpPr>
          <p:spPr>
            <a:xfrm>
              <a:off x="0" y="0"/>
              <a:ext cx="6537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7"/>
            <p:cNvSpPr/>
            <p:nvPr/>
          </p:nvSpPr>
          <p:spPr>
            <a:xfrm>
              <a:off x="322375" y="664300"/>
              <a:ext cx="81819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7" name="Google Shape;327;p7"/>
            <p:cNvGrpSpPr/>
            <p:nvPr/>
          </p:nvGrpSpPr>
          <p:grpSpPr>
            <a:xfrm>
              <a:off x="-207" y="664293"/>
              <a:ext cx="155867" cy="653721"/>
              <a:chOff x="5385375" y="498300"/>
              <a:chExt cx="802200" cy="556500"/>
            </a:xfrm>
          </p:grpSpPr>
          <p:sp>
            <p:nvSpPr>
              <p:cNvPr id="328" name="Google Shape;328;p7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" name="Google Shape;329;p7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p7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1" name="Google Shape;331;p7"/>
            <p:cNvGrpSpPr/>
            <p:nvPr/>
          </p:nvGrpSpPr>
          <p:grpSpPr>
            <a:xfrm>
              <a:off x="322384" y="4483463"/>
              <a:ext cx="666347" cy="666373"/>
              <a:chOff x="7134700" y="414375"/>
              <a:chExt cx="501919" cy="501900"/>
            </a:xfrm>
          </p:grpSpPr>
          <p:sp>
            <p:nvSpPr>
              <p:cNvPr id="332" name="Google Shape;332;p7"/>
              <p:cNvSpPr/>
              <p:nvPr/>
            </p:nvSpPr>
            <p:spPr>
              <a:xfrm>
                <a:off x="71347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" name="Google Shape;333;p7"/>
              <p:cNvSpPr/>
              <p:nvPr/>
            </p:nvSpPr>
            <p:spPr>
              <a:xfrm>
                <a:off x="72871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" name="Google Shape;334;p7"/>
              <p:cNvSpPr/>
              <p:nvPr/>
            </p:nvSpPr>
            <p:spPr>
              <a:xfrm>
                <a:off x="74395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" name="Google Shape;335;p7"/>
              <p:cNvSpPr/>
              <p:nvPr/>
            </p:nvSpPr>
            <p:spPr>
              <a:xfrm>
                <a:off x="71347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" name="Google Shape;336;p7"/>
              <p:cNvSpPr/>
              <p:nvPr/>
            </p:nvSpPr>
            <p:spPr>
              <a:xfrm>
                <a:off x="72871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" name="Google Shape;337;p7"/>
              <p:cNvSpPr/>
              <p:nvPr/>
            </p:nvSpPr>
            <p:spPr>
              <a:xfrm>
                <a:off x="74395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" name="Google Shape;338;p7"/>
              <p:cNvSpPr/>
              <p:nvPr/>
            </p:nvSpPr>
            <p:spPr>
              <a:xfrm>
                <a:off x="71347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" name="Google Shape;339;p7"/>
              <p:cNvSpPr/>
              <p:nvPr/>
            </p:nvSpPr>
            <p:spPr>
              <a:xfrm>
                <a:off x="72871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" name="Google Shape;340;p7"/>
              <p:cNvSpPr/>
              <p:nvPr/>
            </p:nvSpPr>
            <p:spPr>
              <a:xfrm>
                <a:off x="74395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" name="Google Shape;341;p7"/>
              <p:cNvSpPr/>
              <p:nvPr/>
            </p:nvSpPr>
            <p:spPr>
              <a:xfrm>
                <a:off x="71347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" name="Google Shape;342;p7"/>
              <p:cNvSpPr/>
              <p:nvPr/>
            </p:nvSpPr>
            <p:spPr>
              <a:xfrm>
                <a:off x="72871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7"/>
              <p:cNvSpPr/>
              <p:nvPr/>
            </p:nvSpPr>
            <p:spPr>
              <a:xfrm>
                <a:off x="74395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" name="Google Shape;344;p7"/>
              <p:cNvSpPr/>
              <p:nvPr/>
            </p:nvSpPr>
            <p:spPr>
              <a:xfrm>
                <a:off x="75919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p7"/>
              <p:cNvSpPr/>
              <p:nvPr/>
            </p:nvSpPr>
            <p:spPr>
              <a:xfrm>
                <a:off x="75919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7"/>
              <p:cNvSpPr/>
              <p:nvPr/>
            </p:nvSpPr>
            <p:spPr>
              <a:xfrm>
                <a:off x="75919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" name="Google Shape;347;p7"/>
              <p:cNvSpPr/>
              <p:nvPr/>
            </p:nvSpPr>
            <p:spPr>
              <a:xfrm>
                <a:off x="7591919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8" name="Google Shape;348;p7"/>
            <p:cNvGrpSpPr/>
            <p:nvPr/>
          </p:nvGrpSpPr>
          <p:grpSpPr>
            <a:xfrm>
              <a:off x="8832384" y="670955"/>
              <a:ext cx="311815" cy="653721"/>
              <a:chOff x="5385375" y="498300"/>
              <a:chExt cx="802200" cy="556500"/>
            </a:xfrm>
          </p:grpSpPr>
          <p:sp>
            <p:nvSpPr>
              <p:cNvPr id="349" name="Google Shape;349;p7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" name="Google Shape;350;p7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" name="Google Shape;351;p7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52" name="Google Shape;352;p7"/>
          <p:cNvSpPr txBox="1"/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353" name="Google Shape;353;p7"/>
          <p:cNvSpPr txBox="1"/>
          <p:nvPr>
            <p:ph idx="1" type="body"/>
          </p:nvPr>
        </p:nvSpPr>
        <p:spPr>
          <a:xfrm>
            <a:off x="1172650" y="1599700"/>
            <a:ext cx="3447300" cy="28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9pPr>
          </a:lstStyle>
          <a:p/>
        </p:txBody>
      </p:sp>
      <p:sp>
        <p:nvSpPr>
          <p:cNvPr id="354" name="Google Shape;354;p7"/>
          <p:cNvSpPr txBox="1"/>
          <p:nvPr>
            <p:ph idx="2" type="body"/>
          </p:nvPr>
        </p:nvSpPr>
        <p:spPr>
          <a:xfrm>
            <a:off x="5056888" y="1599700"/>
            <a:ext cx="3447300" cy="28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9pPr>
          </a:lstStyle>
          <a:p/>
        </p:txBody>
      </p:sp>
      <p:sp>
        <p:nvSpPr>
          <p:cNvPr id="355" name="Google Shape;355;p7"/>
          <p:cNvSpPr txBox="1"/>
          <p:nvPr>
            <p:ph idx="12" type="sldNum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7" name="Google Shape;357;p8"/>
          <p:cNvGrpSpPr/>
          <p:nvPr/>
        </p:nvGrpSpPr>
        <p:grpSpPr>
          <a:xfrm>
            <a:off x="-207" y="0"/>
            <a:ext cx="9158157" cy="5149835"/>
            <a:chOff x="-207" y="0"/>
            <a:chExt cx="9158157" cy="5149835"/>
          </a:xfrm>
        </p:grpSpPr>
        <p:sp>
          <p:nvSpPr>
            <p:cNvPr id="358" name="Google Shape;358;p8"/>
            <p:cNvSpPr/>
            <p:nvPr/>
          </p:nvSpPr>
          <p:spPr>
            <a:xfrm>
              <a:off x="8504250" y="4489800"/>
              <a:ext cx="6537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8"/>
            <p:cNvSpPr/>
            <p:nvPr/>
          </p:nvSpPr>
          <p:spPr>
            <a:xfrm>
              <a:off x="0" y="0"/>
              <a:ext cx="6537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8"/>
            <p:cNvSpPr/>
            <p:nvPr/>
          </p:nvSpPr>
          <p:spPr>
            <a:xfrm>
              <a:off x="322375" y="664300"/>
              <a:ext cx="81819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61" name="Google Shape;361;p8"/>
            <p:cNvGrpSpPr/>
            <p:nvPr/>
          </p:nvGrpSpPr>
          <p:grpSpPr>
            <a:xfrm>
              <a:off x="-207" y="664293"/>
              <a:ext cx="155867" cy="653721"/>
              <a:chOff x="5385375" y="498300"/>
              <a:chExt cx="802200" cy="556500"/>
            </a:xfrm>
          </p:grpSpPr>
          <p:sp>
            <p:nvSpPr>
              <p:cNvPr id="362" name="Google Shape;362;p8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" name="Google Shape;363;p8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8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5" name="Google Shape;365;p8"/>
            <p:cNvGrpSpPr/>
            <p:nvPr/>
          </p:nvGrpSpPr>
          <p:grpSpPr>
            <a:xfrm>
              <a:off x="322384" y="4483463"/>
              <a:ext cx="666347" cy="666373"/>
              <a:chOff x="7134700" y="414375"/>
              <a:chExt cx="501919" cy="501900"/>
            </a:xfrm>
          </p:grpSpPr>
          <p:sp>
            <p:nvSpPr>
              <p:cNvPr id="366" name="Google Shape;366;p8"/>
              <p:cNvSpPr/>
              <p:nvPr/>
            </p:nvSpPr>
            <p:spPr>
              <a:xfrm>
                <a:off x="71347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" name="Google Shape;367;p8"/>
              <p:cNvSpPr/>
              <p:nvPr/>
            </p:nvSpPr>
            <p:spPr>
              <a:xfrm>
                <a:off x="72871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" name="Google Shape;368;p8"/>
              <p:cNvSpPr/>
              <p:nvPr/>
            </p:nvSpPr>
            <p:spPr>
              <a:xfrm>
                <a:off x="74395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p8"/>
              <p:cNvSpPr/>
              <p:nvPr/>
            </p:nvSpPr>
            <p:spPr>
              <a:xfrm>
                <a:off x="71347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" name="Google Shape;370;p8"/>
              <p:cNvSpPr/>
              <p:nvPr/>
            </p:nvSpPr>
            <p:spPr>
              <a:xfrm>
                <a:off x="72871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" name="Google Shape;371;p8"/>
              <p:cNvSpPr/>
              <p:nvPr/>
            </p:nvSpPr>
            <p:spPr>
              <a:xfrm>
                <a:off x="74395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" name="Google Shape;372;p8"/>
              <p:cNvSpPr/>
              <p:nvPr/>
            </p:nvSpPr>
            <p:spPr>
              <a:xfrm>
                <a:off x="71347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p8"/>
              <p:cNvSpPr/>
              <p:nvPr/>
            </p:nvSpPr>
            <p:spPr>
              <a:xfrm>
                <a:off x="72871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8"/>
              <p:cNvSpPr/>
              <p:nvPr/>
            </p:nvSpPr>
            <p:spPr>
              <a:xfrm>
                <a:off x="74395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8"/>
              <p:cNvSpPr/>
              <p:nvPr/>
            </p:nvSpPr>
            <p:spPr>
              <a:xfrm>
                <a:off x="71347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8"/>
              <p:cNvSpPr/>
              <p:nvPr/>
            </p:nvSpPr>
            <p:spPr>
              <a:xfrm>
                <a:off x="72871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8"/>
              <p:cNvSpPr/>
              <p:nvPr/>
            </p:nvSpPr>
            <p:spPr>
              <a:xfrm>
                <a:off x="74395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8"/>
              <p:cNvSpPr/>
              <p:nvPr/>
            </p:nvSpPr>
            <p:spPr>
              <a:xfrm>
                <a:off x="75919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8"/>
              <p:cNvSpPr/>
              <p:nvPr/>
            </p:nvSpPr>
            <p:spPr>
              <a:xfrm>
                <a:off x="75919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8"/>
              <p:cNvSpPr/>
              <p:nvPr/>
            </p:nvSpPr>
            <p:spPr>
              <a:xfrm>
                <a:off x="75919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8"/>
              <p:cNvSpPr/>
              <p:nvPr/>
            </p:nvSpPr>
            <p:spPr>
              <a:xfrm>
                <a:off x="7591919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2" name="Google Shape;382;p8"/>
            <p:cNvGrpSpPr/>
            <p:nvPr/>
          </p:nvGrpSpPr>
          <p:grpSpPr>
            <a:xfrm>
              <a:off x="8832384" y="670955"/>
              <a:ext cx="311815" cy="653721"/>
              <a:chOff x="5385375" y="498300"/>
              <a:chExt cx="802200" cy="556500"/>
            </a:xfrm>
          </p:grpSpPr>
          <p:sp>
            <p:nvSpPr>
              <p:cNvPr id="383" name="Google Shape;383;p8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" name="Google Shape;384;p8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8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86" name="Google Shape;386;p8"/>
          <p:cNvSpPr txBox="1"/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387" name="Google Shape;387;p8"/>
          <p:cNvSpPr txBox="1"/>
          <p:nvPr>
            <p:ph idx="1" type="body"/>
          </p:nvPr>
        </p:nvSpPr>
        <p:spPr>
          <a:xfrm>
            <a:off x="1165875" y="1599700"/>
            <a:ext cx="2257200" cy="28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9pPr>
          </a:lstStyle>
          <a:p/>
        </p:txBody>
      </p:sp>
      <p:sp>
        <p:nvSpPr>
          <p:cNvPr id="388" name="Google Shape;388;p8"/>
          <p:cNvSpPr txBox="1"/>
          <p:nvPr>
            <p:ph idx="2" type="body"/>
          </p:nvPr>
        </p:nvSpPr>
        <p:spPr>
          <a:xfrm>
            <a:off x="3706438" y="1599700"/>
            <a:ext cx="2257200" cy="28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9pPr>
          </a:lstStyle>
          <a:p/>
        </p:txBody>
      </p:sp>
      <p:sp>
        <p:nvSpPr>
          <p:cNvPr id="389" name="Google Shape;389;p8"/>
          <p:cNvSpPr txBox="1"/>
          <p:nvPr>
            <p:ph idx="3" type="body"/>
          </p:nvPr>
        </p:nvSpPr>
        <p:spPr>
          <a:xfrm>
            <a:off x="6247001" y="1599700"/>
            <a:ext cx="2257200" cy="28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9pPr>
          </a:lstStyle>
          <a:p/>
        </p:txBody>
      </p:sp>
      <p:sp>
        <p:nvSpPr>
          <p:cNvPr id="390" name="Google Shape;390;p8"/>
          <p:cNvSpPr txBox="1"/>
          <p:nvPr>
            <p:ph idx="12" type="sldNum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2" name="Google Shape;392;p9"/>
          <p:cNvGrpSpPr/>
          <p:nvPr/>
        </p:nvGrpSpPr>
        <p:grpSpPr>
          <a:xfrm>
            <a:off x="-207" y="0"/>
            <a:ext cx="9158157" cy="5149835"/>
            <a:chOff x="-207" y="0"/>
            <a:chExt cx="9158157" cy="5149835"/>
          </a:xfrm>
        </p:grpSpPr>
        <p:sp>
          <p:nvSpPr>
            <p:cNvPr id="393" name="Google Shape;393;p9"/>
            <p:cNvSpPr/>
            <p:nvPr/>
          </p:nvSpPr>
          <p:spPr>
            <a:xfrm>
              <a:off x="8504250" y="4489800"/>
              <a:ext cx="6537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9"/>
            <p:cNvSpPr/>
            <p:nvPr/>
          </p:nvSpPr>
          <p:spPr>
            <a:xfrm>
              <a:off x="0" y="0"/>
              <a:ext cx="6537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9"/>
            <p:cNvSpPr/>
            <p:nvPr/>
          </p:nvSpPr>
          <p:spPr>
            <a:xfrm>
              <a:off x="322375" y="664300"/>
              <a:ext cx="81819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96" name="Google Shape;396;p9"/>
            <p:cNvGrpSpPr/>
            <p:nvPr/>
          </p:nvGrpSpPr>
          <p:grpSpPr>
            <a:xfrm>
              <a:off x="-207" y="664293"/>
              <a:ext cx="155867" cy="653721"/>
              <a:chOff x="5385375" y="498300"/>
              <a:chExt cx="802200" cy="556500"/>
            </a:xfrm>
          </p:grpSpPr>
          <p:sp>
            <p:nvSpPr>
              <p:cNvPr id="397" name="Google Shape;397;p9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9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" name="Google Shape;399;p9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0" name="Google Shape;400;p9"/>
            <p:cNvGrpSpPr/>
            <p:nvPr/>
          </p:nvGrpSpPr>
          <p:grpSpPr>
            <a:xfrm>
              <a:off x="322384" y="4483463"/>
              <a:ext cx="666347" cy="666373"/>
              <a:chOff x="7134700" y="414375"/>
              <a:chExt cx="501919" cy="501900"/>
            </a:xfrm>
          </p:grpSpPr>
          <p:sp>
            <p:nvSpPr>
              <p:cNvPr id="401" name="Google Shape;401;p9"/>
              <p:cNvSpPr/>
              <p:nvPr/>
            </p:nvSpPr>
            <p:spPr>
              <a:xfrm>
                <a:off x="71347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9"/>
              <p:cNvSpPr/>
              <p:nvPr/>
            </p:nvSpPr>
            <p:spPr>
              <a:xfrm>
                <a:off x="72871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9"/>
              <p:cNvSpPr/>
              <p:nvPr/>
            </p:nvSpPr>
            <p:spPr>
              <a:xfrm>
                <a:off x="74395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9"/>
              <p:cNvSpPr/>
              <p:nvPr/>
            </p:nvSpPr>
            <p:spPr>
              <a:xfrm>
                <a:off x="71347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9"/>
              <p:cNvSpPr/>
              <p:nvPr/>
            </p:nvSpPr>
            <p:spPr>
              <a:xfrm>
                <a:off x="72871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9"/>
              <p:cNvSpPr/>
              <p:nvPr/>
            </p:nvSpPr>
            <p:spPr>
              <a:xfrm>
                <a:off x="74395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" name="Google Shape;407;p9"/>
              <p:cNvSpPr/>
              <p:nvPr/>
            </p:nvSpPr>
            <p:spPr>
              <a:xfrm>
                <a:off x="71347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9"/>
              <p:cNvSpPr/>
              <p:nvPr/>
            </p:nvSpPr>
            <p:spPr>
              <a:xfrm>
                <a:off x="72871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9"/>
              <p:cNvSpPr/>
              <p:nvPr/>
            </p:nvSpPr>
            <p:spPr>
              <a:xfrm>
                <a:off x="74395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9"/>
              <p:cNvSpPr/>
              <p:nvPr/>
            </p:nvSpPr>
            <p:spPr>
              <a:xfrm>
                <a:off x="71347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9"/>
              <p:cNvSpPr/>
              <p:nvPr/>
            </p:nvSpPr>
            <p:spPr>
              <a:xfrm>
                <a:off x="72871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9"/>
              <p:cNvSpPr/>
              <p:nvPr/>
            </p:nvSpPr>
            <p:spPr>
              <a:xfrm>
                <a:off x="74395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9"/>
              <p:cNvSpPr/>
              <p:nvPr/>
            </p:nvSpPr>
            <p:spPr>
              <a:xfrm>
                <a:off x="75919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" name="Google Shape;414;p9"/>
              <p:cNvSpPr/>
              <p:nvPr/>
            </p:nvSpPr>
            <p:spPr>
              <a:xfrm>
                <a:off x="75919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" name="Google Shape;415;p9"/>
              <p:cNvSpPr/>
              <p:nvPr/>
            </p:nvSpPr>
            <p:spPr>
              <a:xfrm>
                <a:off x="75919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9"/>
              <p:cNvSpPr/>
              <p:nvPr/>
            </p:nvSpPr>
            <p:spPr>
              <a:xfrm>
                <a:off x="7591919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7" name="Google Shape;417;p9"/>
            <p:cNvGrpSpPr/>
            <p:nvPr/>
          </p:nvGrpSpPr>
          <p:grpSpPr>
            <a:xfrm>
              <a:off x="8832384" y="670955"/>
              <a:ext cx="311815" cy="653721"/>
              <a:chOff x="5385375" y="498300"/>
              <a:chExt cx="802200" cy="556500"/>
            </a:xfrm>
          </p:grpSpPr>
          <p:sp>
            <p:nvSpPr>
              <p:cNvPr id="418" name="Google Shape;418;p9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9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" name="Google Shape;420;p9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21" name="Google Shape;421;p9"/>
          <p:cNvSpPr txBox="1"/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422" name="Google Shape;422;p9"/>
          <p:cNvSpPr txBox="1"/>
          <p:nvPr>
            <p:ph idx="12" type="sldNum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0"/>
          <p:cNvSpPr/>
          <p:nvPr/>
        </p:nvSpPr>
        <p:spPr>
          <a:xfrm>
            <a:off x="8504250" y="4489800"/>
            <a:ext cx="653700" cy="653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0"/>
          <p:cNvSpPr/>
          <p:nvPr/>
        </p:nvSpPr>
        <p:spPr>
          <a:xfrm>
            <a:off x="0" y="0"/>
            <a:ext cx="6537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0"/>
          <p:cNvSpPr/>
          <p:nvPr/>
        </p:nvSpPr>
        <p:spPr>
          <a:xfrm>
            <a:off x="322375" y="4489799"/>
            <a:ext cx="7524000" cy="33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7" name="Google Shape;427;p10"/>
          <p:cNvGrpSpPr/>
          <p:nvPr/>
        </p:nvGrpSpPr>
        <p:grpSpPr>
          <a:xfrm>
            <a:off x="-207" y="664293"/>
            <a:ext cx="155867" cy="653721"/>
            <a:chOff x="5385375" y="498300"/>
            <a:chExt cx="802200" cy="556500"/>
          </a:xfrm>
        </p:grpSpPr>
        <p:sp>
          <p:nvSpPr>
            <p:cNvPr id="428" name="Google Shape;428;p10"/>
            <p:cNvSpPr/>
            <p:nvPr/>
          </p:nvSpPr>
          <p:spPr>
            <a:xfrm>
              <a:off x="5385375" y="498300"/>
              <a:ext cx="802200" cy="99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10"/>
            <p:cNvSpPr/>
            <p:nvPr/>
          </p:nvSpPr>
          <p:spPr>
            <a:xfrm>
              <a:off x="5385375" y="726900"/>
              <a:ext cx="802200" cy="99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10"/>
            <p:cNvSpPr/>
            <p:nvPr/>
          </p:nvSpPr>
          <p:spPr>
            <a:xfrm>
              <a:off x="5385375" y="955500"/>
              <a:ext cx="802200" cy="99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1" name="Google Shape;431;p10"/>
          <p:cNvGrpSpPr/>
          <p:nvPr/>
        </p:nvGrpSpPr>
        <p:grpSpPr>
          <a:xfrm>
            <a:off x="322384" y="657975"/>
            <a:ext cx="666347" cy="666373"/>
            <a:chOff x="7134700" y="414375"/>
            <a:chExt cx="501919" cy="501900"/>
          </a:xfrm>
        </p:grpSpPr>
        <p:sp>
          <p:nvSpPr>
            <p:cNvPr id="432" name="Google Shape;432;p10"/>
            <p:cNvSpPr/>
            <p:nvPr/>
          </p:nvSpPr>
          <p:spPr>
            <a:xfrm>
              <a:off x="7134700" y="4143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10"/>
            <p:cNvSpPr/>
            <p:nvPr/>
          </p:nvSpPr>
          <p:spPr>
            <a:xfrm>
              <a:off x="7287100" y="4143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10"/>
            <p:cNvSpPr/>
            <p:nvPr/>
          </p:nvSpPr>
          <p:spPr>
            <a:xfrm>
              <a:off x="7439500" y="4143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10"/>
            <p:cNvSpPr/>
            <p:nvPr/>
          </p:nvSpPr>
          <p:spPr>
            <a:xfrm>
              <a:off x="7134700" y="5667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10"/>
            <p:cNvSpPr/>
            <p:nvPr/>
          </p:nvSpPr>
          <p:spPr>
            <a:xfrm>
              <a:off x="7287100" y="5667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10"/>
            <p:cNvSpPr/>
            <p:nvPr/>
          </p:nvSpPr>
          <p:spPr>
            <a:xfrm>
              <a:off x="7439500" y="5667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10"/>
            <p:cNvSpPr/>
            <p:nvPr/>
          </p:nvSpPr>
          <p:spPr>
            <a:xfrm>
              <a:off x="7134700" y="7191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10"/>
            <p:cNvSpPr/>
            <p:nvPr/>
          </p:nvSpPr>
          <p:spPr>
            <a:xfrm>
              <a:off x="7287100" y="7191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10"/>
            <p:cNvSpPr/>
            <p:nvPr/>
          </p:nvSpPr>
          <p:spPr>
            <a:xfrm>
              <a:off x="7439500" y="7191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10"/>
            <p:cNvSpPr/>
            <p:nvPr/>
          </p:nvSpPr>
          <p:spPr>
            <a:xfrm>
              <a:off x="7134700" y="8715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10"/>
            <p:cNvSpPr/>
            <p:nvPr/>
          </p:nvSpPr>
          <p:spPr>
            <a:xfrm>
              <a:off x="7287100" y="8715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10"/>
            <p:cNvSpPr/>
            <p:nvPr/>
          </p:nvSpPr>
          <p:spPr>
            <a:xfrm>
              <a:off x="7439500" y="8715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10"/>
            <p:cNvSpPr/>
            <p:nvPr/>
          </p:nvSpPr>
          <p:spPr>
            <a:xfrm>
              <a:off x="7591900" y="4143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10"/>
            <p:cNvSpPr/>
            <p:nvPr/>
          </p:nvSpPr>
          <p:spPr>
            <a:xfrm>
              <a:off x="7591900" y="5667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10"/>
            <p:cNvSpPr/>
            <p:nvPr/>
          </p:nvSpPr>
          <p:spPr>
            <a:xfrm>
              <a:off x="7591900" y="7191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10"/>
            <p:cNvSpPr/>
            <p:nvPr/>
          </p:nvSpPr>
          <p:spPr>
            <a:xfrm>
              <a:off x="7591919" y="8715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8" name="Google Shape;448;p10"/>
          <p:cNvGrpSpPr/>
          <p:nvPr/>
        </p:nvGrpSpPr>
        <p:grpSpPr>
          <a:xfrm>
            <a:off x="8832384" y="670955"/>
            <a:ext cx="311815" cy="653721"/>
            <a:chOff x="5385375" y="498300"/>
            <a:chExt cx="802200" cy="556500"/>
          </a:xfrm>
        </p:grpSpPr>
        <p:sp>
          <p:nvSpPr>
            <p:cNvPr id="449" name="Google Shape;449;p10"/>
            <p:cNvSpPr/>
            <p:nvPr/>
          </p:nvSpPr>
          <p:spPr>
            <a:xfrm>
              <a:off x="5385375" y="498300"/>
              <a:ext cx="802200" cy="9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10"/>
            <p:cNvSpPr/>
            <p:nvPr/>
          </p:nvSpPr>
          <p:spPr>
            <a:xfrm>
              <a:off x="5385375" y="726900"/>
              <a:ext cx="802200" cy="9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10"/>
            <p:cNvSpPr/>
            <p:nvPr/>
          </p:nvSpPr>
          <p:spPr>
            <a:xfrm>
              <a:off x="5385375" y="955500"/>
              <a:ext cx="802200" cy="9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2" name="Google Shape;452;p10"/>
          <p:cNvSpPr txBox="1"/>
          <p:nvPr>
            <p:ph idx="1" type="body"/>
          </p:nvPr>
        </p:nvSpPr>
        <p:spPr>
          <a:xfrm>
            <a:off x="650725" y="4489800"/>
            <a:ext cx="7195800" cy="33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400"/>
            </a:lvl1pPr>
          </a:lstStyle>
          <a:p/>
        </p:txBody>
      </p:sp>
      <p:sp>
        <p:nvSpPr>
          <p:cNvPr id="453" name="Google Shape;453;p10"/>
          <p:cNvSpPr txBox="1"/>
          <p:nvPr>
            <p:ph idx="12" type="sldNum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variant 1" type="blank">
  <p:cSld name="BLANK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5" name="Google Shape;455;p11"/>
          <p:cNvGrpSpPr/>
          <p:nvPr/>
        </p:nvGrpSpPr>
        <p:grpSpPr>
          <a:xfrm>
            <a:off x="-207" y="0"/>
            <a:ext cx="9158157" cy="5149835"/>
            <a:chOff x="-207" y="0"/>
            <a:chExt cx="9158157" cy="5149835"/>
          </a:xfrm>
        </p:grpSpPr>
        <p:sp>
          <p:nvSpPr>
            <p:cNvPr id="456" name="Google Shape;456;p11"/>
            <p:cNvSpPr/>
            <p:nvPr/>
          </p:nvSpPr>
          <p:spPr>
            <a:xfrm>
              <a:off x="8504250" y="4489800"/>
              <a:ext cx="6537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11"/>
            <p:cNvSpPr/>
            <p:nvPr/>
          </p:nvSpPr>
          <p:spPr>
            <a:xfrm>
              <a:off x="0" y="0"/>
              <a:ext cx="6537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58" name="Google Shape;458;p11"/>
            <p:cNvGrpSpPr/>
            <p:nvPr/>
          </p:nvGrpSpPr>
          <p:grpSpPr>
            <a:xfrm>
              <a:off x="-207" y="664293"/>
              <a:ext cx="155867" cy="653721"/>
              <a:chOff x="5385375" y="498300"/>
              <a:chExt cx="802200" cy="556500"/>
            </a:xfrm>
          </p:grpSpPr>
          <p:sp>
            <p:nvSpPr>
              <p:cNvPr id="459" name="Google Shape;459;p11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" name="Google Shape;460;p11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" name="Google Shape;461;p11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62" name="Google Shape;462;p11"/>
            <p:cNvGrpSpPr/>
            <p:nvPr/>
          </p:nvGrpSpPr>
          <p:grpSpPr>
            <a:xfrm>
              <a:off x="322384" y="4483463"/>
              <a:ext cx="666347" cy="666373"/>
              <a:chOff x="7134700" y="414375"/>
              <a:chExt cx="501919" cy="501900"/>
            </a:xfrm>
          </p:grpSpPr>
          <p:sp>
            <p:nvSpPr>
              <p:cNvPr id="463" name="Google Shape;463;p11"/>
              <p:cNvSpPr/>
              <p:nvPr/>
            </p:nvSpPr>
            <p:spPr>
              <a:xfrm>
                <a:off x="71347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" name="Google Shape;464;p11"/>
              <p:cNvSpPr/>
              <p:nvPr/>
            </p:nvSpPr>
            <p:spPr>
              <a:xfrm>
                <a:off x="72871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" name="Google Shape;465;p11"/>
              <p:cNvSpPr/>
              <p:nvPr/>
            </p:nvSpPr>
            <p:spPr>
              <a:xfrm>
                <a:off x="74395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" name="Google Shape;466;p11"/>
              <p:cNvSpPr/>
              <p:nvPr/>
            </p:nvSpPr>
            <p:spPr>
              <a:xfrm>
                <a:off x="71347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" name="Google Shape;467;p11"/>
              <p:cNvSpPr/>
              <p:nvPr/>
            </p:nvSpPr>
            <p:spPr>
              <a:xfrm>
                <a:off x="72871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" name="Google Shape;468;p11"/>
              <p:cNvSpPr/>
              <p:nvPr/>
            </p:nvSpPr>
            <p:spPr>
              <a:xfrm>
                <a:off x="74395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" name="Google Shape;469;p11"/>
              <p:cNvSpPr/>
              <p:nvPr/>
            </p:nvSpPr>
            <p:spPr>
              <a:xfrm>
                <a:off x="71347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" name="Google Shape;470;p11"/>
              <p:cNvSpPr/>
              <p:nvPr/>
            </p:nvSpPr>
            <p:spPr>
              <a:xfrm>
                <a:off x="72871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" name="Google Shape;471;p11"/>
              <p:cNvSpPr/>
              <p:nvPr/>
            </p:nvSpPr>
            <p:spPr>
              <a:xfrm>
                <a:off x="74395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" name="Google Shape;472;p11"/>
              <p:cNvSpPr/>
              <p:nvPr/>
            </p:nvSpPr>
            <p:spPr>
              <a:xfrm>
                <a:off x="71347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" name="Google Shape;473;p11"/>
              <p:cNvSpPr/>
              <p:nvPr/>
            </p:nvSpPr>
            <p:spPr>
              <a:xfrm>
                <a:off x="72871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" name="Google Shape;474;p11"/>
              <p:cNvSpPr/>
              <p:nvPr/>
            </p:nvSpPr>
            <p:spPr>
              <a:xfrm>
                <a:off x="74395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" name="Google Shape;475;p11"/>
              <p:cNvSpPr/>
              <p:nvPr/>
            </p:nvSpPr>
            <p:spPr>
              <a:xfrm>
                <a:off x="75919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6" name="Google Shape;476;p11"/>
              <p:cNvSpPr/>
              <p:nvPr/>
            </p:nvSpPr>
            <p:spPr>
              <a:xfrm>
                <a:off x="75919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" name="Google Shape;477;p11"/>
              <p:cNvSpPr/>
              <p:nvPr/>
            </p:nvSpPr>
            <p:spPr>
              <a:xfrm>
                <a:off x="75919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" name="Google Shape;478;p11"/>
              <p:cNvSpPr/>
              <p:nvPr/>
            </p:nvSpPr>
            <p:spPr>
              <a:xfrm>
                <a:off x="7591919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79" name="Google Shape;479;p11"/>
            <p:cNvGrpSpPr/>
            <p:nvPr/>
          </p:nvGrpSpPr>
          <p:grpSpPr>
            <a:xfrm>
              <a:off x="8832384" y="670955"/>
              <a:ext cx="311815" cy="653721"/>
              <a:chOff x="5385375" y="498300"/>
              <a:chExt cx="802200" cy="556500"/>
            </a:xfrm>
          </p:grpSpPr>
          <p:sp>
            <p:nvSpPr>
              <p:cNvPr id="480" name="Google Shape;480;p11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" name="Google Shape;481;p11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2" name="Google Shape;482;p11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83" name="Google Shape;483;p11"/>
          <p:cNvSpPr txBox="1"/>
          <p:nvPr>
            <p:ph idx="12" type="sldNum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variant 2">
  <p:cSld name="BLANK_1"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2"/>
          <p:cNvSpPr/>
          <p:nvPr/>
        </p:nvSpPr>
        <p:spPr>
          <a:xfrm>
            <a:off x="8490504" y="4489800"/>
            <a:ext cx="653700" cy="653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2"/>
          <p:cNvSpPr/>
          <p:nvPr/>
        </p:nvSpPr>
        <p:spPr>
          <a:xfrm>
            <a:off x="0" y="0"/>
            <a:ext cx="6537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7" name="Google Shape;487;p12"/>
          <p:cNvGrpSpPr/>
          <p:nvPr/>
        </p:nvGrpSpPr>
        <p:grpSpPr>
          <a:xfrm>
            <a:off x="-207" y="664293"/>
            <a:ext cx="155867" cy="653721"/>
            <a:chOff x="5385375" y="498300"/>
            <a:chExt cx="802200" cy="556500"/>
          </a:xfrm>
        </p:grpSpPr>
        <p:sp>
          <p:nvSpPr>
            <p:cNvPr id="488" name="Google Shape;488;p12"/>
            <p:cNvSpPr/>
            <p:nvPr/>
          </p:nvSpPr>
          <p:spPr>
            <a:xfrm>
              <a:off x="5385375" y="498300"/>
              <a:ext cx="802200" cy="99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12"/>
            <p:cNvSpPr/>
            <p:nvPr/>
          </p:nvSpPr>
          <p:spPr>
            <a:xfrm>
              <a:off x="5385375" y="726900"/>
              <a:ext cx="802200" cy="99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12"/>
            <p:cNvSpPr/>
            <p:nvPr/>
          </p:nvSpPr>
          <p:spPr>
            <a:xfrm>
              <a:off x="5385375" y="955500"/>
              <a:ext cx="802200" cy="99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1" name="Google Shape;491;p12"/>
          <p:cNvGrpSpPr/>
          <p:nvPr/>
        </p:nvGrpSpPr>
        <p:grpSpPr>
          <a:xfrm>
            <a:off x="322384" y="657975"/>
            <a:ext cx="666347" cy="666373"/>
            <a:chOff x="7134700" y="414375"/>
            <a:chExt cx="501919" cy="501900"/>
          </a:xfrm>
        </p:grpSpPr>
        <p:sp>
          <p:nvSpPr>
            <p:cNvPr id="492" name="Google Shape;492;p12"/>
            <p:cNvSpPr/>
            <p:nvPr/>
          </p:nvSpPr>
          <p:spPr>
            <a:xfrm>
              <a:off x="7134700" y="4143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12"/>
            <p:cNvSpPr/>
            <p:nvPr/>
          </p:nvSpPr>
          <p:spPr>
            <a:xfrm>
              <a:off x="7287100" y="4143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12"/>
            <p:cNvSpPr/>
            <p:nvPr/>
          </p:nvSpPr>
          <p:spPr>
            <a:xfrm>
              <a:off x="7439500" y="4143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12"/>
            <p:cNvSpPr/>
            <p:nvPr/>
          </p:nvSpPr>
          <p:spPr>
            <a:xfrm>
              <a:off x="7134700" y="5667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12"/>
            <p:cNvSpPr/>
            <p:nvPr/>
          </p:nvSpPr>
          <p:spPr>
            <a:xfrm>
              <a:off x="7287100" y="5667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12"/>
            <p:cNvSpPr/>
            <p:nvPr/>
          </p:nvSpPr>
          <p:spPr>
            <a:xfrm>
              <a:off x="7439500" y="5667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12"/>
            <p:cNvSpPr/>
            <p:nvPr/>
          </p:nvSpPr>
          <p:spPr>
            <a:xfrm>
              <a:off x="7134700" y="7191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12"/>
            <p:cNvSpPr/>
            <p:nvPr/>
          </p:nvSpPr>
          <p:spPr>
            <a:xfrm>
              <a:off x="7287100" y="7191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12"/>
            <p:cNvSpPr/>
            <p:nvPr/>
          </p:nvSpPr>
          <p:spPr>
            <a:xfrm>
              <a:off x="7439500" y="7191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12"/>
            <p:cNvSpPr/>
            <p:nvPr/>
          </p:nvSpPr>
          <p:spPr>
            <a:xfrm>
              <a:off x="7134700" y="8715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12"/>
            <p:cNvSpPr/>
            <p:nvPr/>
          </p:nvSpPr>
          <p:spPr>
            <a:xfrm>
              <a:off x="7287100" y="8715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12"/>
            <p:cNvSpPr/>
            <p:nvPr/>
          </p:nvSpPr>
          <p:spPr>
            <a:xfrm>
              <a:off x="7439500" y="8715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12"/>
            <p:cNvSpPr/>
            <p:nvPr/>
          </p:nvSpPr>
          <p:spPr>
            <a:xfrm>
              <a:off x="7591900" y="4143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12"/>
            <p:cNvSpPr/>
            <p:nvPr/>
          </p:nvSpPr>
          <p:spPr>
            <a:xfrm>
              <a:off x="7591900" y="5667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12"/>
            <p:cNvSpPr/>
            <p:nvPr/>
          </p:nvSpPr>
          <p:spPr>
            <a:xfrm>
              <a:off x="7591900" y="7191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12"/>
            <p:cNvSpPr/>
            <p:nvPr/>
          </p:nvSpPr>
          <p:spPr>
            <a:xfrm>
              <a:off x="7591919" y="8715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8" name="Google Shape;508;p12"/>
          <p:cNvGrpSpPr/>
          <p:nvPr/>
        </p:nvGrpSpPr>
        <p:grpSpPr>
          <a:xfrm>
            <a:off x="8832384" y="670955"/>
            <a:ext cx="311815" cy="653721"/>
            <a:chOff x="5385375" y="498300"/>
            <a:chExt cx="802200" cy="556500"/>
          </a:xfrm>
        </p:grpSpPr>
        <p:sp>
          <p:nvSpPr>
            <p:cNvPr id="509" name="Google Shape;509;p12"/>
            <p:cNvSpPr/>
            <p:nvPr/>
          </p:nvSpPr>
          <p:spPr>
            <a:xfrm>
              <a:off x="5385375" y="498300"/>
              <a:ext cx="802200" cy="9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12"/>
            <p:cNvSpPr/>
            <p:nvPr/>
          </p:nvSpPr>
          <p:spPr>
            <a:xfrm>
              <a:off x="5385375" y="726900"/>
              <a:ext cx="802200" cy="9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12"/>
            <p:cNvSpPr/>
            <p:nvPr/>
          </p:nvSpPr>
          <p:spPr>
            <a:xfrm>
              <a:off x="5385375" y="955500"/>
              <a:ext cx="802200" cy="9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2" name="Google Shape;512;p12"/>
          <p:cNvSpPr txBox="1"/>
          <p:nvPr>
            <p:ph idx="12" type="sldNum"/>
          </p:nvPr>
        </p:nvSpPr>
        <p:spPr>
          <a:xfrm>
            <a:off x="8490504" y="4489800"/>
            <a:ext cx="6537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314800" y="1599700"/>
            <a:ext cx="7189500" cy="28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Light"/>
              <a:buChar char="▪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-3810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-3810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-3810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-3810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-3810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-3810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-3810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-3810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rtl="0" algn="ctr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rtl="0" algn="ctr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rtl="0" algn="ctr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rtl="0" algn="ctr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rtl="0" algn="ctr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rtl="0" algn="ctr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rtl="0" algn="ctr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rtl="0" algn="ctr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gif"/><Relationship Id="rId4" Type="http://schemas.openxmlformats.org/officeDocument/2006/relationships/image" Target="../media/image4.gif"/><Relationship Id="rId5" Type="http://schemas.openxmlformats.org/officeDocument/2006/relationships/image" Target="../media/image13.gif"/><Relationship Id="rId6" Type="http://schemas.openxmlformats.org/officeDocument/2006/relationships/image" Target="../media/image7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gif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13"/>
          <p:cNvSpPr txBox="1"/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3"/>
          <p:cNvSpPr txBox="1"/>
          <p:nvPr>
            <p:ph idx="1" type="body"/>
          </p:nvPr>
        </p:nvSpPr>
        <p:spPr>
          <a:xfrm>
            <a:off x="1199775" y="1599700"/>
            <a:ext cx="6650700" cy="288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19" name="Google Shape;51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89524" cy="519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4"/>
          <p:cNvSpPr txBox="1"/>
          <p:nvPr>
            <p:ph type="ctrTitle"/>
          </p:nvPr>
        </p:nvSpPr>
        <p:spPr>
          <a:xfrm>
            <a:off x="685800" y="1541675"/>
            <a:ext cx="6165300" cy="206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1.7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Regional Analysis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5"/>
          <p:cNvSpPr txBox="1"/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 and Essential Learning </a:t>
            </a:r>
            <a:endParaRPr/>
          </a:p>
        </p:txBody>
      </p:sp>
      <p:sp>
        <p:nvSpPr>
          <p:cNvPr id="530" name="Google Shape;530;p15"/>
          <p:cNvSpPr txBox="1"/>
          <p:nvPr>
            <p:ph idx="1" type="body"/>
          </p:nvPr>
        </p:nvSpPr>
        <p:spPr>
          <a:xfrm>
            <a:off x="711650" y="1390125"/>
            <a:ext cx="6972000" cy="358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</a:rPr>
              <a:t>1.7 </a:t>
            </a:r>
            <a:r>
              <a:rPr lang="en" sz="2200">
                <a:solidFill>
                  <a:srgbClr val="000000"/>
                </a:solidFill>
              </a:rPr>
              <a:t>Describe different ways that geographers define regions. </a:t>
            </a:r>
            <a:endParaRPr sz="11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1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1.7.1 Regions are defined on the basis of one or more unifying characteristics or on patterns of activity. </a:t>
            </a:r>
            <a:endParaRPr sz="11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1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1.7.2 Types of regions include formal, functional, and perceptual/vernacular. </a:t>
            </a:r>
            <a:endParaRPr sz="11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1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1.7.3 Regional boundaries are transitional and often contested and overlapping. </a:t>
            </a:r>
            <a:endParaRPr sz="11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1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1.7.4 Geographers apply regional analysis at local, national, and global scales. </a:t>
            </a:r>
            <a:endParaRPr sz="11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sz="11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5"/>
          <p:cNvSpPr txBox="1"/>
          <p:nvPr>
            <p:ph idx="12" type="sldNum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32" name="Google Shape;53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49764">
            <a:off x="7682076" y="1749951"/>
            <a:ext cx="1277501" cy="1277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6"/>
          <p:cNvSpPr txBox="1"/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College Board - AP Human Geography Regions </a:t>
            </a:r>
            <a:endParaRPr/>
          </a:p>
        </p:txBody>
      </p:sp>
      <p:pic>
        <p:nvPicPr>
          <p:cNvPr id="538" name="Google Shape;538;p16"/>
          <p:cNvPicPr preferRelativeResize="0"/>
          <p:nvPr/>
        </p:nvPicPr>
        <p:blipFill rotWithShape="1">
          <a:blip r:embed="rId3">
            <a:alphaModFix/>
          </a:blip>
          <a:srcRect b="0" l="0" r="0" t="15647"/>
          <a:stretch/>
        </p:blipFill>
        <p:spPr>
          <a:xfrm>
            <a:off x="918225" y="1484975"/>
            <a:ext cx="7328950" cy="320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17"/>
          <p:cNvSpPr txBox="1"/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Geographers apply regional analysis...</a:t>
            </a:r>
            <a:endParaRPr/>
          </a:p>
        </p:txBody>
      </p:sp>
      <p:pic>
        <p:nvPicPr>
          <p:cNvPr id="544" name="Google Shape;54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4112" y="1415825"/>
            <a:ext cx="3764725" cy="363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18"/>
          <p:cNvSpPr txBox="1"/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Regions are defined as...</a:t>
            </a:r>
            <a:endParaRPr/>
          </a:p>
        </p:txBody>
      </p:sp>
      <p:sp>
        <p:nvSpPr>
          <p:cNvPr id="550" name="Google Shape;550;p18"/>
          <p:cNvSpPr txBox="1"/>
          <p:nvPr>
            <p:ph idx="1" type="body"/>
          </p:nvPr>
        </p:nvSpPr>
        <p:spPr>
          <a:xfrm>
            <a:off x="788725" y="1420525"/>
            <a:ext cx="4407600" cy="351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one or more unifying characteristics (human or physical) or patterns of activity. 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Formal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Functional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Vernacular/perceptual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1" name="Google Shape;55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46965">
            <a:off x="5080400" y="1938325"/>
            <a:ext cx="3642875" cy="22677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9"/>
          <p:cNvSpPr txBox="1"/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formal region is...</a:t>
            </a:r>
            <a:endParaRPr/>
          </a:p>
        </p:txBody>
      </p:sp>
      <p:sp>
        <p:nvSpPr>
          <p:cNvPr id="557" name="Google Shape;557;p19"/>
          <p:cNvSpPr txBox="1"/>
          <p:nvPr>
            <p:ph idx="1" type="body"/>
          </p:nvPr>
        </p:nvSpPr>
        <p:spPr>
          <a:xfrm>
            <a:off x="717175" y="1393675"/>
            <a:ext cx="7723200" cy="351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united by one or more specific traits. </a:t>
            </a:r>
            <a:endParaRPr/>
          </a:p>
          <a:p>
            <a:pPr indent="-381000" lvl="0" marL="914400" rtl="0" algn="l">
              <a:spcBef>
                <a:spcPts val="600"/>
              </a:spcBef>
              <a:spcAft>
                <a:spcPts val="0"/>
              </a:spcAft>
              <a:buSzPts val="2400"/>
              <a:buAutoNum type="alphaLcPeriod"/>
            </a:pPr>
            <a:r>
              <a:rPr lang="en"/>
              <a:t>Economic </a:t>
            </a:r>
            <a:endParaRPr/>
          </a:p>
          <a:p>
            <a:pPr indent="-381000" lvl="0" marL="9144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"/>
              <a:t>Social </a:t>
            </a:r>
            <a:endParaRPr/>
          </a:p>
          <a:p>
            <a:pPr indent="-381000" lvl="0" marL="9144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"/>
              <a:t>Political </a:t>
            </a:r>
            <a:endParaRPr/>
          </a:p>
          <a:p>
            <a:pPr indent="-381000" lvl="0" marL="9144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"/>
              <a:t>ENvironmental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8" name="Google Shape;5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481341">
            <a:off x="3976650" y="1981038"/>
            <a:ext cx="1959000" cy="103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6625" y="1143000"/>
            <a:ext cx="28575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06025" y="2952750"/>
            <a:ext cx="2406251" cy="201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98550" y="2825675"/>
            <a:ext cx="1619075" cy="187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0"/>
          <p:cNvSpPr txBox="1"/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Economic Region</a:t>
            </a:r>
            <a:endParaRPr/>
          </a:p>
        </p:txBody>
      </p:sp>
      <p:sp>
        <p:nvSpPr>
          <p:cNvPr id="567" name="Google Shape;567;p20"/>
          <p:cNvSpPr txBox="1"/>
          <p:nvPr>
            <p:ph idx="1" type="body"/>
          </p:nvPr>
        </p:nvSpPr>
        <p:spPr>
          <a:xfrm>
            <a:off x="1405525" y="4454725"/>
            <a:ext cx="6668100" cy="53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Free Trade. Common currency (the Euro). </a:t>
            </a:r>
            <a:endParaRPr sz="2000"/>
          </a:p>
        </p:txBody>
      </p:sp>
      <p:pic>
        <p:nvPicPr>
          <p:cNvPr id="568" name="Google Shape;56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9788" y="1515300"/>
            <a:ext cx="3487871" cy="283192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21"/>
          <p:cNvSpPr txBox="1"/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Social/Cultural Region</a:t>
            </a:r>
            <a:endParaRPr/>
          </a:p>
        </p:txBody>
      </p:sp>
      <p:sp>
        <p:nvSpPr>
          <p:cNvPr id="574" name="Google Shape;574;p21"/>
          <p:cNvSpPr txBox="1"/>
          <p:nvPr>
            <p:ph idx="1" type="body"/>
          </p:nvPr>
        </p:nvSpPr>
        <p:spPr>
          <a:xfrm>
            <a:off x="722900" y="4352650"/>
            <a:ext cx="7719600" cy="53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Islamic World: </a:t>
            </a:r>
            <a:r>
              <a:rPr lang="en" sz="2000" u="sng"/>
              <a:t>Distribution</a:t>
            </a:r>
            <a:r>
              <a:rPr lang="en" sz="2000"/>
              <a:t> of Muslim adherents is primarily </a:t>
            </a:r>
            <a:r>
              <a:rPr lang="en" sz="2000" u="sng"/>
              <a:t>clustered</a:t>
            </a:r>
            <a:r>
              <a:rPr lang="en" sz="2000"/>
              <a:t> in SW and C Asia and N Africa.</a:t>
            </a:r>
            <a:endParaRPr sz="2000"/>
          </a:p>
        </p:txBody>
      </p:sp>
      <p:pic>
        <p:nvPicPr>
          <p:cNvPr id="575" name="Google Shape;57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1050" y="1372000"/>
            <a:ext cx="4983300" cy="298065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2"/>
          <p:cNvSpPr txBox="1"/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Political Region</a:t>
            </a:r>
            <a:endParaRPr/>
          </a:p>
        </p:txBody>
      </p:sp>
      <p:sp>
        <p:nvSpPr>
          <p:cNvPr id="581" name="Google Shape;581;p22"/>
          <p:cNvSpPr txBox="1"/>
          <p:nvPr>
            <p:ph idx="1" type="body"/>
          </p:nvPr>
        </p:nvSpPr>
        <p:spPr>
          <a:xfrm>
            <a:off x="722900" y="4352650"/>
            <a:ext cx="7719600" cy="53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Europe. The states &amp; capitals in Europe.</a:t>
            </a:r>
            <a:endParaRPr sz="2000"/>
          </a:p>
        </p:txBody>
      </p:sp>
      <p:pic>
        <p:nvPicPr>
          <p:cNvPr id="582" name="Google Shape;58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0313" y="1516100"/>
            <a:ext cx="4064775" cy="27300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23"/>
          <p:cNvSpPr txBox="1"/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Environmental (Physical) </a:t>
            </a:r>
            <a:endParaRPr/>
          </a:p>
        </p:txBody>
      </p:sp>
      <p:sp>
        <p:nvSpPr>
          <p:cNvPr id="588" name="Google Shape;588;p23"/>
          <p:cNvSpPr txBox="1"/>
          <p:nvPr>
            <p:ph idx="1" type="body"/>
          </p:nvPr>
        </p:nvSpPr>
        <p:spPr>
          <a:xfrm>
            <a:off x="722900" y="4177425"/>
            <a:ext cx="7719600" cy="70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The Sahara Desert: Desert region which separates N Africa and Sub-Saharan Africa.</a:t>
            </a:r>
            <a:endParaRPr sz="2000"/>
          </a:p>
        </p:txBody>
      </p:sp>
      <p:pic>
        <p:nvPicPr>
          <p:cNvPr id="589" name="Google Shape;58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4225" y="1545229"/>
            <a:ext cx="5259874" cy="248967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24"/>
          <p:cNvSpPr txBox="1"/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functional region is...</a:t>
            </a:r>
            <a:endParaRPr/>
          </a:p>
        </p:txBody>
      </p:sp>
      <p:sp>
        <p:nvSpPr>
          <p:cNvPr id="595" name="Google Shape;595;p24"/>
          <p:cNvSpPr txBox="1"/>
          <p:nvPr>
            <p:ph idx="1" type="body"/>
          </p:nvPr>
        </p:nvSpPr>
        <p:spPr>
          <a:xfrm>
            <a:off x="781100" y="1402625"/>
            <a:ext cx="7723200" cy="129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</a:t>
            </a:r>
            <a:r>
              <a:rPr lang="en"/>
              <a:t>rganized around a central node (focal point) and the </a:t>
            </a:r>
            <a:r>
              <a:rPr lang="en"/>
              <a:t>relationship</a:t>
            </a:r>
            <a:r>
              <a:rPr lang="en"/>
              <a:t> is typically based around economics, travel or communication. 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6" name="Google Shape;59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52708">
            <a:off x="826675" y="2842225"/>
            <a:ext cx="2973349" cy="211844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597" name="Google Shape;59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5850" y="2461575"/>
            <a:ext cx="1974451" cy="25640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598" name="Google Shape;598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78950" y="2571750"/>
            <a:ext cx="2943201" cy="18280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25"/>
          <p:cNvSpPr txBox="1"/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functional region is...</a:t>
            </a:r>
            <a:endParaRPr/>
          </a:p>
        </p:txBody>
      </p:sp>
      <p:pic>
        <p:nvPicPr>
          <p:cNvPr id="604" name="Google Shape;604;p25"/>
          <p:cNvPicPr preferRelativeResize="0"/>
          <p:nvPr/>
        </p:nvPicPr>
        <p:blipFill rotWithShape="1">
          <a:blip r:embed="rId3">
            <a:alphaModFix/>
          </a:blip>
          <a:srcRect b="6018" l="5270" r="4339" t="15722"/>
          <a:stretch/>
        </p:blipFill>
        <p:spPr>
          <a:xfrm>
            <a:off x="1874525" y="1386050"/>
            <a:ext cx="5474474" cy="357852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26"/>
          <p:cNvSpPr txBox="1"/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perceptual/vernacular region is...</a:t>
            </a:r>
            <a:endParaRPr/>
          </a:p>
        </p:txBody>
      </p:sp>
      <p:sp>
        <p:nvSpPr>
          <p:cNvPr id="610" name="Google Shape;610;p26"/>
          <p:cNvSpPr txBox="1"/>
          <p:nvPr>
            <p:ph idx="1" type="body"/>
          </p:nvPr>
        </p:nvSpPr>
        <p:spPr>
          <a:xfrm>
            <a:off x="781100" y="1402625"/>
            <a:ext cx="4913100" cy="360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based on a person’s perspective or perception of a certain location.</a:t>
            </a:r>
            <a:endParaRPr/>
          </a:p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I</a:t>
            </a:r>
            <a:r>
              <a:rPr lang="en"/>
              <a:t>nformal</a:t>
            </a:r>
            <a:r>
              <a:rPr lang="en"/>
              <a:t> 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Sense of place &amp; cultural identity.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"/>
              <a:t>B</a:t>
            </a:r>
            <a:r>
              <a:rPr lang="en"/>
              <a:t>oundaries often vary widely because people have a different sense of what defines and unites these regions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1" name="Google Shape;61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9675" y="1184300"/>
            <a:ext cx="4043250" cy="40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27"/>
          <p:cNvSpPr txBox="1"/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perceptual/vernacular region is...</a:t>
            </a:r>
            <a:endParaRPr/>
          </a:p>
        </p:txBody>
      </p:sp>
      <p:sp>
        <p:nvSpPr>
          <p:cNvPr id="617" name="Google Shape;617;p27"/>
          <p:cNvSpPr txBox="1"/>
          <p:nvPr>
            <p:ph idx="1" type="body"/>
          </p:nvPr>
        </p:nvSpPr>
        <p:spPr>
          <a:xfrm>
            <a:off x="1062350" y="4328425"/>
            <a:ext cx="74421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South? </a:t>
            </a:r>
            <a:endParaRPr/>
          </a:p>
        </p:txBody>
      </p:sp>
      <p:pic>
        <p:nvPicPr>
          <p:cNvPr id="618" name="Google Shape;61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6800" y="1378525"/>
            <a:ext cx="5424524" cy="294990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28"/>
          <p:cNvSpPr txBox="1"/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Regional boundaries are...</a:t>
            </a:r>
            <a:endParaRPr/>
          </a:p>
        </p:txBody>
      </p:sp>
      <p:sp>
        <p:nvSpPr>
          <p:cNvPr id="624" name="Google Shape;624;p28"/>
          <p:cNvSpPr txBox="1"/>
          <p:nvPr/>
        </p:nvSpPr>
        <p:spPr>
          <a:xfrm>
            <a:off x="713150" y="1386400"/>
            <a:ext cx="77391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Barlow Light"/>
                <a:ea typeface="Barlow Light"/>
                <a:cs typeface="Barlow Light"/>
                <a:sym typeface="Barlow Light"/>
              </a:rPr>
              <a:t>Transitional,  Contested, Overlapping </a:t>
            </a:r>
            <a:endParaRPr sz="2400">
              <a:latin typeface="Barlow Light"/>
              <a:ea typeface="Barlow Light"/>
              <a:cs typeface="Barlow Light"/>
              <a:sym typeface="Barlow Light"/>
            </a:endParaRPr>
          </a:p>
        </p:txBody>
      </p:sp>
      <p:pic>
        <p:nvPicPr>
          <p:cNvPr id="625" name="Google Shape;625;p28"/>
          <p:cNvPicPr preferRelativeResize="0"/>
          <p:nvPr/>
        </p:nvPicPr>
        <p:blipFill rotWithShape="1">
          <a:blip r:embed="rId3">
            <a:alphaModFix/>
          </a:blip>
          <a:srcRect b="0" l="0" r="0" t="16472"/>
          <a:stretch/>
        </p:blipFill>
        <p:spPr>
          <a:xfrm>
            <a:off x="759650" y="2365650"/>
            <a:ext cx="4665000" cy="247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6" name="Google Shape;626;p28"/>
          <p:cNvPicPr preferRelativeResize="0"/>
          <p:nvPr/>
        </p:nvPicPr>
        <p:blipFill rotWithShape="1">
          <a:blip r:embed="rId4">
            <a:alphaModFix/>
          </a:blip>
          <a:srcRect b="0" l="4231" r="2581" t="0"/>
          <a:stretch/>
        </p:blipFill>
        <p:spPr>
          <a:xfrm rot="221859">
            <a:off x="5453150" y="1908100"/>
            <a:ext cx="3518143" cy="24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29"/>
          <p:cNvSpPr txBox="1"/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Regional boundaries are...</a:t>
            </a:r>
            <a:endParaRPr/>
          </a:p>
        </p:txBody>
      </p:sp>
      <p:sp>
        <p:nvSpPr>
          <p:cNvPr id="632" name="Google Shape;632;p29"/>
          <p:cNvSpPr txBox="1"/>
          <p:nvPr/>
        </p:nvSpPr>
        <p:spPr>
          <a:xfrm>
            <a:off x="713150" y="1386400"/>
            <a:ext cx="77391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Barlow Light"/>
                <a:ea typeface="Barlow Light"/>
                <a:cs typeface="Barlow Light"/>
                <a:sym typeface="Barlow Light"/>
              </a:rPr>
              <a:t>Transitional,  Contested, Overlapping </a:t>
            </a:r>
            <a:endParaRPr sz="2400">
              <a:latin typeface="Barlow Light"/>
              <a:ea typeface="Barlow Light"/>
              <a:cs typeface="Barlow Light"/>
              <a:sym typeface="Barlow Light"/>
            </a:endParaRPr>
          </a:p>
        </p:txBody>
      </p:sp>
      <p:pic>
        <p:nvPicPr>
          <p:cNvPr id="633" name="Google Shape;633;p29"/>
          <p:cNvPicPr preferRelativeResize="0"/>
          <p:nvPr/>
        </p:nvPicPr>
        <p:blipFill rotWithShape="1">
          <a:blip r:embed="rId3">
            <a:alphaModFix/>
          </a:blip>
          <a:srcRect b="0" l="0" r="0" t="15647"/>
          <a:stretch/>
        </p:blipFill>
        <p:spPr>
          <a:xfrm>
            <a:off x="1038025" y="1890600"/>
            <a:ext cx="7328950" cy="3202350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29"/>
          <p:cNvSpPr/>
          <p:nvPr/>
        </p:nvSpPr>
        <p:spPr>
          <a:xfrm rot="-1017401">
            <a:off x="2231144" y="2857394"/>
            <a:ext cx="1029664" cy="933057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29"/>
          <p:cNvSpPr/>
          <p:nvPr/>
        </p:nvSpPr>
        <p:spPr>
          <a:xfrm rot="-1018530">
            <a:off x="5615269" y="2650536"/>
            <a:ext cx="595966" cy="37913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29"/>
          <p:cNvSpPr/>
          <p:nvPr/>
        </p:nvSpPr>
        <p:spPr>
          <a:xfrm rot="-350443">
            <a:off x="5094504" y="2938535"/>
            <a:ext cx="315438" cy="343736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29"/>
          <p:cNvSpPr/>
          <p:nvPr/>
        </p:nvSpPr>
        <p:spPr>
          <a:xfrm>
            <a:off x="4438200" y="3566400"/>
            <a:ext cx="528600" cy="8691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30"/>
          <p:cNvSpPr txBox="1"/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 and Essential Learning </a:t>
            </a:r>
            <a:endParaRPr/>
          </a:p>
        </p:txBody>
      </p:sp>
      <p:sp>
        <p:nvSpPr>
          <p:cNvPr id="643" name="Google Shape;643;p30"/>
          <p:cNvSpPr txBox="1"/>
          <p:nvPr>
            <p:ph idx="1" type="body"/>
          </p:nvPr>
        </p:nvSpPr>
        <p:spPr>
          <a:xfrm>
            <a:off x="711650" y="1390125"/>
            <a:ext cx="6950400" cy="358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</a:rPr>
              <a:t>1.7 Describe different ways that geographers define regions. </a:t>
            </a:r>
            <a:endParaRPr sz="11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1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1.7.1 Regions are defined on the basis of one or more unifying characteristics or on patterns of activity. </a:t>
            </a:r>
            <a:endParaRPr sz="11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1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1.7.2 Types of regions include formal, functional, and perceptual/vernacular. </a:t>
            </a:r>
            <a:endParaRPr sz="11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1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1.7.3 Regional boundaries are transitional and often contested and overlapping. </a:t>
            </a:r>
            <a:endParaRPr sz="11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1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1.7.4 Geographers apply regional analysis at local, national, and global scales. </a:t>
            </a:r>
            <a:endParaRPr sz="11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sz="11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30"/>
          <p:cNvSpPr txBox="1"/>
          <p:nvPr>
            <p:ph idx="12" type="sldNum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45" name="Google Shape;64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49764">
            <a:off x="7682076" y="1749951"/>
            <a:ext cx="1277501" cy="1277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odovico template">
  <a:themeElements>
    <a:clrScheme name="Custom 347">
      <a:dk1>
        <a:srgbClr val="272A36"/>
      </a:dk1>
      <a:lt1>
        <a:srgbClr val="FFFFFF"/>
      </a:lt1>
      <a:dk2>
        <a:srgbClr val="808392"/>
      </a:dk2>
      <a:lt2>
        <a:srgbClr val="E0E0E7"/>
      </a:lt2>
      <a:accent1>
        <a:srgbClr val="FFAD1D"/>
      </a:accent1>
      <a:accent2>
        <a:srgbClr val="EB7700"/>
      </a:accent2>
      <a:accent3>
        <a:srgbClr val="FD7E6B"/>
      </a:accent3>
      <a:accent4>
        <a:srgbClr val="F03131"/>
      </a:accent4>
      <a:accent5>
        <a:srgbClr val="41B5FF"/>
      </a:accent5>
      <a:accent6>
        <a:srgbClr val="1E87CA"/>
      </a:accent6>
      <a:hlink>
        <a:srgbClr val="272A36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