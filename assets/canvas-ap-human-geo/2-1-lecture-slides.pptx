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802693956f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80269395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9288a71c62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9288a71c6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9bc6d4b2f4_0_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9bc6d4b2f4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9bc6d4b2f4_0_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9bc6d4b2f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9bc6d4b2f4_0_2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9bc6d4b2f4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9bc6d4b2f4_0_2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9bc6d4b2f4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9bc6d4b2f4_0_24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9bc6d4b2f4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9bc6d4b2f4_0_27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9bc6d4b2f4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9bc6d4b2f4_0_28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9bc6d4b2f4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9bc6d4b2f4_0_30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9bc6d4b2f4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9bc6d4b2f4_0_3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9bc6d4b2f4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9bc5e7d372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56" name="Google Shape;656;g9bc5e7d37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9bc6d4b2f4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9bc6d4b2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9bc6d4b2f4_0_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73" name="Google Shape;673;g9bc6d4b2f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9bc6d4b2f4_0_1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9bc6d4b2f4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225" y="0"/>
            <a:ext cx="9144224" cy="5143512"/>
            <a:chOff x="-225" y="0"/>
            <a:chExt cx="9144224" cy="5143512"/>
          </a:xfrm>
        </p:grpSpPr>
        <p:sp>
          <p:nvSpPr>
            <p:cNvPr id="11" name="Google Shape;11;p2"/>
            <p:cNvSpPr/>
            <p:nvPr/>
          </p:nvSpPr>
          <p:spPr>
            <a:xfrm>
              <a:off x="0" y="0"/>
              <a:ext cx="61002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175" y="1541675"/>
              <a:ext cx="6870000" cy="2060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a:off x="8477595" y="4477088"/>
              <a:ext cx="666403" cy="666424"/>
              <a:chOff x="7996345" y="980275"/>
              <a:chExt cx="666403" cy="666424"/>
            </a:xfrm>
          </p:grpSpPr>
          <p:sp>
            <p:nvSpPr>
              <p:cNvPr id="14" name="Google Shape;14;p2"/>
              <p:cNvSpPr/>
              <p:nvPr/>
            </p:nvSpPr>
            <p:spPr>
              <a:xfrm>
                <a:off x="7996345"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8198672"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400998"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996345"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8198672"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8400998"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7996345"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198672"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400998"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7996345"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8198672"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400998"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603324" y="9802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603324" y="11826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603324" y="13849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8603349" y="15872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7042555" y="1541664"/>
              <a:ext cx="730045" cy="2060087"/>
              <a:chOff x="7022220" y="1541675"/>
              <a:chExt cx="666403" cy="1880499"/>
            </a:xfrm>
          </p:grpSpPr>
          <p:sp>
            <p:nvSpPr>
              <p:cNvPr id="31" name="Google Shape;31;p2"/>
              <p:cNvSpPr/>
              <p:nvPr/>
            </p:nvSpPr>
            <p:spPr>
              <a:xfrm>
                <a:off x="7022220"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24547"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426873"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022220"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7224547"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426873"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022220"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224547"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426873"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7022220"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224547"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426873"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629199" y="1541675"/>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7629199" y="1744017"/>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7629199" y="1946358"/>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7629224" y="2148699"/>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7022220"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7224547"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7426873"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7022220"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7224547"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7426873"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7022220"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p:nvPr/>
            </p:nvSpPr>
            <p:spPr>
              <a:xfrm>
                <a:off x="7224547"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
              <p:cNvSpPr/>
              <p:nvPr/>
            </p:nvSpPr>
            <p:spPr>
              <a:xfrm>
                <a:off x="7426873"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7022220"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7224547"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7426873"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7629199" y="235105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7629199" y="255339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7629199" y="27557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2"/>
              <p:cNvSpPr/>
              <p:nvPr/>
            </p:nvSpPr>
            <p:spPr>
              <a:xfrm>
                <a:off x="7629224" y="29580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7022220"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2"/>
              <p:cNvSpPr/>
              <p:nvPr/>
            </p:nvSpPr>
            <p:spPr>
              <a:xfrm>
                <a:off x="7224547"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7426873"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7022220"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7224547"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7426873"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2"/>
              <p:cNvSpPr/>
              <p:nvPr/>
            </p:nvSpPr>
            <p:spPr>
              <a:xfrm>
                <a:off x="7629199" y="316043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7629224" y="336277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2"/>
            <p:cNvGrpSpPr/>
            <p:nvPr/>
          </p:nvGrpSpPr>
          <p:grpSpPr>
            <a:xfrm>
              <a:off x="-225" y="2008293"/>
              <a:ext cx="301775" cy="1126923"/>
              <a:chOff x="-225" y="1987280"/>
              <a:chExt cx="318900" cy="1190873"/>
            </a:xfrm>
          </p:grpSpPr>
          <p:sp>
            <p:nvSpPr>
              <p:cNvPr id="72" name="Google Shape;72;p2"/>
              <p:cNvSpPr/>
              <p:nvPr/>
            </p:nvSpPr>
            <p:spPr>
              <a:xfrm>
                <a:off x="-175" y="1987280"/>
                <a:ext cx="318794" cy="116648"/>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175" y="2255817"/>
                <a:ext cx="318794" cy="116648"/>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a:off x="-175" y="2524353"/>
                <a:ext cx="318794" cy="116648"/>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2"/>
              <p:cNvSpPr/>
              <p:nvPr/>
            </p:nvSpPr>
            <p:spPr>
              <a:xfrm>
                <a:off x="-225" y="2792878"/>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225" y="30614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 name="Google Shape;77;p2"/>
            <p:cNvGrpSpPr/>
            <p:nvPr/>
          </p:nvGrpSpPr>
          <p:grpSpPr>
            <a:xfrm>
              <a:off x="8842175" y="668859"/>
              <a:ext cx="301822" cy="872807"/>
              <a:chOff x="-225" y="2255817"/>
              <a:chExt cx="318950" cy="922336"/>
            </a:xfrm>
          </p:grpSpPr>
          <p:sp>
            <p:nvSpPr>
              <p:cNvPr id="78" name="Google Shape;78;p2"/>
              <p:cNvSpPr/>
              <p:nvPr/>
            </p:nvSpPr>
            <p:spPr>
              <a:xfrm>
                <a:off x="-175" y="2255817"/>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2"/>
              <p:cNvSpPr/>
              <p:nvPr/>
            </p:nvSpPr>
            <p:spPr>
              <a:xfrm>
                <a:off x="-175" y="25243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225" y="2792878"/>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225" y="30614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 name="Google Shape;82;p2"/>
            <p:cNvGrpSpPr/>
            <p:nvPr/>
          </p:nvGrpSpPr>
          <p:grpSpPr>
            <a:xfrm>
              <a:off x="5798375" y="4270684"/>
              <a:ext cx="301822" cy="872807"/>
              <a:chOff x="1611209" y="2255817"/>
              <a:chExt cx="318950" cy="922336"/>
            </a:xfrm>
          </p:grpSpPr>
          <p:sp>
            <p:nvSpPr>
              <p:cNvPr id="83" name="Google Shape;83;p2"/>
              <p:cNvSpPr/>
              <p:nvPr/>
            </p:nvSpPr>
            <p:spPr>
              <a:xfrm>
                <a:off x="1611259" y="2255817"/>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2"/>
              <p:cNvSpPr/>
              <p:nvPr/>
            </p:nvSpPr>
            <p:spPr>
              <a:xfrm>
                <a:off x="1611259" y="25243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
              <p:cNvSpPr/>
              <p:nvPr/>
            </p:nvSpPr>
            <p:spPr>
              <a:xfrm>
                <a:off x="1611209" y="2792878"/>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1611209" y="30614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 name="Google Shape;87;p2"/>
            <p:cNvGrpSpPr/>
            <p:nvPr/>
          </p:nvGrpSpPr>
          <p:grpSpPr>
            <a:xfrm>
              <a:off x="685795" y="0"/>
              <a:ext cx="666403" cy="666424"/>
              <a:chOff x="7996345" y="980275"/>
              <a:chExt cx="666403" cy="666424"/>
            </a:xfrm>
          </p:grpSpPr>
          <p:sp>
            <p:nvSpPr>
              <p:cNvPr id="88" name="Google Shape;88;p2"/>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2"/>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2"/>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2"/>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2"/>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 name="Google Shape;104;p2"/>
          <p:cNvSpPr txBox="1"/>
          <p:nvPr>
            <p:ph type="ctrTitle"/>
          </p:nvPr>
        </p:nvSpPr>
        <p:spPr>
          <a:xfrm>
            <a:off x="685800" y="1541675"/>
            <a:ext cx="5740200" cy="2060100"/>
          </a:xfrm>
          <a:prstGeom prst="rect">
            <a:avLst/>
          </a:prstGeom>
        </p:spPr>
        <p:txBody>
          <a:bodyPr anchorCtr="0" anchor="ctr" bIns="0" lIns="0" spcFirstLastPara="1" rIns="0" wrap="square" tIns="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05" name="Shape 105"/>
        <p:cNvGrpSpPr/>
        <p:nvPr/>
      </p:nvGrpSpPr>
      <p:grpSpPr>
        <a:xfrm>
          <a:off x="0" y="0"/>
          <a:ext cx="0" cy="0"/>
          <a:chOff x="0" y="0"/>
          <a:chExt cx="0" cy="0"/>
        </a:xfrm>
      </p:grpSpPr>
      <p:sp>
        <p:nvSpPr>
          <p:cNvPr id="106" name="Google Shape;106;p3"/>
          <p:cNvSpPr/>
          <p:nvPr/>
        </p:nvSpPr>
        <p:spPr>
          <a:xfrm>
            <a:off x="6100358" y="13"/>
            <a:ext cx="30504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75" y="1541675"/>
            <a:ext cx="6870000" cy="2060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3"/>
          <p:cNvGrpSpPr/>
          <p:nvPr/>
        </p:nvGrpSpPr>
        <p:grpSpPr>
          <a:xfrm>
            <a:off x="8477595" y="4477088"/>
            <a:ext cx="666403" cy="666424"/>
            <a:chOff x="7996345" y="980275"/>
            <a:chExt cx="666403" cy="666424"/>
          </a:xfrm>
        </p:grpSpPr>
        <p:sp>
          <p:nvSpPr>
            <p:cNvPr id="109" name="Google Shape;109;p3"/>
            <p:cNvSpPr/>
            <p:nvPr/>
          </p:nvSpPr>
          <p:spPr>
            <a:xfrm>
              <a:off x="7996345"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
            <p:cNvSpPr/>
            <p:nvPr/>
          </p:nvSpPr>
          <p:spPr>
            <a:xfrm>
              <a:off x="8198672"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8400998"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7996345"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8198672"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8400998"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7996345"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8198672"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8400998"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3"/>
            <p:cNvSpPr/>
            <p:nvPr/>
          </p:nvSpPr>
          <p:spPr>
            <a:xfrm>
              <a:off x="7996345"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8198672"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8400998"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8603324" y="980275"/>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8603324" y="1182617"/>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8603324" y="1384958"/>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8603349" y="1587299"/>
              <a:ext cx="59400" cy="594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 name="Google Shape;125;p3"/>
          <p:cNvGrpSpPr/>
          <p:nvPr/>
        </p:nvGrpSpPr>
        <p:grpSpPr>
          <a:xfrm>
            <a:off x="7042555" y="1541664"/>
            <a:ext cx="508369" cy="2060087"/>
            <a:chOff x="7022220" y="1541675"/>
            <a:chExt cx="464052" cy="1880499"/>
          </a:xfrm>
        </p:grpSpPr>
        <p:sp>
          <p:nvSpPr>
            <p:cNvPr id="126" name="Google Shape;126;p3"/>
            <p:cNvSpPr/>
            <p:nvPr/>
          </p:nvSpPr>
          <p:spPr>
            <a:xfrm>
              <a:off x="7022220"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7224547"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p:nvPr/>
          </p:nvSpPr>
          <p:spPr>
            <a:xfrm>
              <a:off x="7426873" y="1541675"/>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3"/>
            <p:cNvSpPr/>
            <p:nvPr/>
          </p:nvSpPr>
          <p:spPr>
            <a:xfrm>
              <a:off x="7022220"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p:nvPr/>
          </p:nvSpPr>
          <p:spPr>
            <a:xfrm>
              <a:off x="7224547"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7426873" y="1744017"/>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7022220"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7224547"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7426873" y="1946358"/>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
            <p:cNvSpPr/>
            <p:nvPr/>
          </p:nvSpPr>
          <p:spPr>
            <a:xfrm>
              <a:off x="7022220"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3"/>
            <p:cNvSpPr/>
            <p:nvPr/>
          </p:nvSpPr>
          <p:spPr>
            <a:xfrm>
              <a:off x="7224547"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7426873" y="2148699"/>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7022220"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7224547"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3"/>
            <p:cNvSpPr/>
            <p:nvPr/>
          </p:nvSpPr>
          <p:spPr>
            <a:xfrm>
              <a:off x="7426873" y="2351050"/>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3"/>
            <p:cNvSpPr/>
            <p:nvPr/>
          </p:nvSpPr>
          <p:spPr>
            <a:xfrm>
              <a:off x="7022220"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3"/>
            <p:cNvSpPr/>
            <p:nvPr/>
          </p:nvSpPr>
          <p:spPr>
            <a:xfrm>
              <a:off x="7224547"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7426873" y="2553392"/>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7022220"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7224547"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3"/>
            <p:cNvSpPr/>
            <p:nvPr/>
          </p:nvSpPr>
          <p:spPr>
            <a:xfrm>
              <a:off x="7426873" y="27557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
            <p:cNvSpPr/>
            <p:nvPr/>
          </p:nvSpPr>
          <p:spPr>
            <a:xfrm>
              <a:off x="7022220"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3"/>
            <p:cNvSpPr/>
            <p:nvPr/>
          </p:nvSpPr>
          <p:spPr>
            <a:xfrm>
              <a:off x="7224547"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7426873" y="29580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7022220"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7224547"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
            <p:cNvSpPr/>
            <p:nvPr/>
          </p:nvSpPr>
          <p:spPr>
            <a:xfrm>
              <a:off x="7426873" y="3160433"/>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
            <p:cNvSpPr/>
            <p:nvPr/>
          </p:nvSpPr>
          <p:spPr>
            <a:xfrm>
              <a:off x="7022220"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3"/>
            <p:cNvSpPr/>
            <p:nvPr/>
          </p:nvSpPr>
          <p:spPr>
            <a:xfrm>
              <a:off x="7224547"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3"/>
            <p:cNvSpPr/>
            <p:nvPr/>
          </p:nvSpPr>
          <p:spPr>
            <a:xfrm>
              <a:off x="7426873" y="3362774"/>
              <a:ext cx="59400" cy="5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6" name="Google Shape;156;p3"/>
          <p:cNvGrpSpPr/>
          <p:nvPr/>
        </p:nvGrpSpPr>
        <p:grpSpPr>
          <a:xfrm>
            <a:off x="-225" y="2135380"/>
            <a:ext cx="301822" cy="872770"/>
            <a:chOff x="-225" y="1987280"/>
            <a:chExt cx="318950" cy="922298"/>
          </a:xfrm>
        </p:grpSpPr>
        <p:sp>
          <p:nvSpPr>
            <p:cNvPr id="157" name="Google Shape;157;p3"/>
            <p:cNvSpPr/>
            <p:nvPr/>
          </p:nvSpPr>
          <p:spPr>
            <a:xfrm>
              <a:off x="-175" y="1987280"/>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
            <p:cNvSpPr/>
            <p:nvPr/>
          </p:nvSpPr>
          <p:spPr>
            <a:xfrm>
              <a:off x="-175" y="2255817"/>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
            <p:cNvSpPr/>
            <p:nvPr/>
          </p:nvSpPr>
          <p:spPr>
            <a:xfrm>
              <a:off x="-175" y="2524353"/>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
            <p:cNvSpPr/>
            <p:nvPr/>
          </p:nvSpPr>
          <p:spPr>
            <a:xfrm>
              <a:off x="-225" y="2792878"/>
              <a:ext cx="318900" cy="11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1" name="Google Shape;161;p3"/>
          <p:cNvGrpSpPr/>
          <p:nvPr/>
        </p:nvGrpSpPr>
        <p:grpSpPr>
          <a:xfrm>
            <a:off x="8842175" y="668859"/>
            <a:ext cx="301822" cy="872807"/>
            <a:chOff x="-225" y="2255817"/>
            <a:chExt cx="318950" cy="922336"/>
          </a:xfrm>
        </p:grpSpPr>
        <p:sp>
          <p:nvSpPr>
            <p:cNvPr id="162" name="Google Shape;162;p3"/>
            <p:cNvSpPr/>
            <p:nvPr/>
          </p:nvSpPr>
          <p:spPr>
            <a:xfrm>
              <a:off x="-175" y="2255817"/>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
            <p:cNvSpPr/>
            <p:nvPr/>
          </p:nvSpPr>
          <p:spPr>
            <a:xfrm>
              <a:off x="-175" y="25243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
            <p:cNvSpPr/>
            <p:nvPr/>
          </p:nvSpPr>
          <p:spPr>
            <a:xfrm>
              <a:off x="-225" y="2792878"/>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3"/>
            <p:cNvSpPr/>
            <p:nvPr/>
          </p:nvSpPr>
          <p:spPr>
            <a:xfrm>
              <a:off x="-225" y="3061453"/>
              <a:ext cx="318900" cy="11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 name="Google Shape;166;p3"/>
          <p:cNvGrpSpPr/>
          <p:nvPr/>
        </p:nvGrpSpPr>
        <p:grpSpPr>
          <a:xfrm>
            <a:off x="6100350" y="4270684"/>
            <a:ext cx="301822" cy="872807"/>
            <a:chOff x="-225" y="2255817"/>
            <a:chExt cx="318950" cy="922336"/>
          </a:xfrm>
        </p:grpSpPr>
        <p:sp>
          <p:nvSpPr>
            <p:cNvPr id="167" name="Google Shape;167;p3"/>
            <p:cNvSpPr/>
            <p:nvPr/>
          </p:nvSpPr>
          <p:spPr>
            <a:xfrm>
              <a:off x="-175" y="2255817"/>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3"/>
            <p:cNvSpPr/>
            <p:nvPr/>
          </p:nvSpPr>
          <p:spPr>
            <a:xfrm>
              <a:off x="-175" y="25243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
            <p:cNvSpPr/>
            <p:nvPr/>
          </p:nvSpPr>
          <p:spPr>
            <a:xfrm>
              <a:off x="-225" y="2792878"/>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3"/>
            <p:cNvSpPr/>
            <p:nvPr/>
          </p:nvSpPr>
          <p:spPr>
            <a:xfrm>
              <a:off x="-225" y="3061453"/>
              <a:ext cx="318900" cy="116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1" name="Google Shape;171;p3"/>
          <p:cNvGrpSpPr/>
          <p:nvPr/>
        </p:nvGrpSpPr>
        <p:grpSpPr>
          <a:xfrm>
            <a:off x="685795" y="0"/>
            <a:ext cx="666403" cy="666424"/>
            <a:chOff x="7996345" y="980275"/>
            <a:chExt cx="666403" cy="666424"/>
          </a:xfrm>
        </p:grpSpPr>
        <p:sp>
          <p:nvSpPr>
            <p:cNvPr id="172" name="Google Shape;172;p3"/>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3"/>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3"/>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3"/>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3"/>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3"/>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3"/>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 name="Google Shape;188;p3"/>
          <p:cNvSpPr txBox="1"/>
          <p:nvPr>
            <p:ph type="ctrTitle"/>
          </p:nvPr>
        </p:nvSpPr>
        <p:spPr>
          <a:xfrm>
            <a:off x="603425" y="1794125"/>
            <a:ext cx="5497200" cy="872700"/>
          </a:xfrm>
          <a:prstGeom prst="rect">
            <a:avLst/>
          </a:prstGeom>
        </p:spPr>
        <p:txBody>
          <a:bodyPr anchorCtr="0" anchor="b" bIns="0" lIns="0" spcFirstLastPara="1" rIns="0" wrap="square" tIns="0">
            <a:noAutofit/>
          </a:bodyPr>
          <a:lstStyle>
            <a:lvl1pPr lvl="0" rtl="0">
              <a:spcBef>
                <a:spcPts val="0"/>
              </a:spcBef>
              <a:spcAft>
                <a:spcPts val="0"/>
              </a:spcAft>
              <a:buClr>
                <a:schemeClr val="dk1"/>
              </a:buClr>
              <a:buSzPts val="3600"/>
              <a:buNone/>
              <a:defRPr sz="3600">
                <a:solidFill>
                  <a:schemeClr val="dk1"/>
                </a:solidFill>
              </a:defRPr>
            </a:lvl1pPr>
            <a:lvl2pPr lvl="1" rtl="0">
              <a:spcBef>
                <a:spcPts val="0"/>
              </a:spcBef>
              <a:spcAft>
                <a:spcPts val="0"/>
              </a:spcAft>
              <a:buClr>
                <a:schemeClr val="dk1"/>
              </a:buClr>
              <a:buSzPts val="3600"/>
              <a:buNone/>
              <a:defRPr sz="3600">
                <a:solidFill>
                  <a:schemeClr val="dk1"/>
                </a:solidFill>
              </a:defRPr>
            </a:lvl2pPr>
            <a:lvl3pPr lvl="2" rtl="0">
              <a:spcBef>
                <a:spcPts val="0"/>
              </a:spcBef>
              <a:spcAft>
                <a:spcPts val="0"/>
              </a:spcAft>
              <a:buClr>
                <a:schemeClr val="dk1"/>
              </a:buClr>
              <a:buSzPts val="3600"/>
              <a:buNone/>
              <a:defRPr sz="3600">
                <a:solidFill>
                  <a:schemeClr val="dk1"/>
                </a:solidFill>
              </a:defRPr>
            </a:lvl3pPr>
            <a:lvl4pPr lvl="3" rtl="0">
              <a:spcBef>
                <a:spcPts val="0"/>
              </a:spcBef>
              <a:spcAft>
                <a:spcPts val="0"/>
              </a:spcAft>
              <a:buClr>
                <a:schemeClr val="dk1"/>
              </a:buClr>
              <a:buSzPts val="3600"/>
              <a:buNone/>
              <a:defRPr sz="3600">
                <a:solidFill>
                  <a:schemeClr val="dk1"/>
                </a:solidFill>
              </a:defRPr>
            </a:lvl4pPr>
            <a:lvl5pPr lvl="4" rtl="0">
              <a:spcBef>
                <a:spcPts val="0"/>
              </a:spcBef>
              <a:spcAft>
                <a:spcPts val="0"/>
              </a:spcAft>
              <a:buClr>
                <a:schemeClr val="dk1"/>
              </a:buClr>
              <a:buSzPts val="3600"/>
              <a:buNone/>
              <a:defRPr sz="3600">
                <a:solidFill>
                  <a:schemeClr val="dk1"/>
                </a:solidFill>
              </a:defRPr>
            </a:lvl5pPr>
            <a:lvl6pPr lvl="5" rtl="0">
              <a:spcBef>
                <a:spcPts val="0"/>
              </a:spcBef>
              <a:spcAft>
                <a:spcPts val="0"/>
              </a:spcAft>
              <a:buClr>
                <a:schemeClr val="dk1"/>
              </a:buClr>
              <a:buSzPts val="3600"/>
              <a:buNone/>
              <a:defRPr sz="3600">
                <a:solidFill>
                  <a:schemeClr val="dk1"/>
                </a:solidFill>
              </a:defRPr>
            </a:lvl6pPr>
            <a:lvl7pPr lvl="6" rtl="0">
              <a:spcBef>
                <a:spcPts val="0"/>
              </a:spcBef>
              <a:spcAft>
                <a:spcPts val="0"/>
              </a:spcAft>
              <a:buClr>
                <a:schemeClr val="dk1"/>
              </a:buClr>
              <a:buSzPts val="3600"/>
              <a:buNone/>
              <a:defRPr sz="3600">
                <a:solidFill>
                  <a:schemeClr val="dk1"/>
                </a:solidFill>
              </a:defRPr>
            </a:lvl7pPr>
            <a:lvl8pPr lvl="7" rtl="0">
              <a:spcBef>
                <a:spcPts val="0"/>
              </a:spcBef>
              <a:spcAft>
                <a:spcPts val="0"/>
              </a:spcAft>
              <a:buClr>
                <a:schemeClr val="dk1"/>
              </a:buClr>
              <a:buSzPts val="3600"/>
              <a:buNone/>
              <a:defRPr sz="3600">
                <a:solidFill>
                  <a:schemeClr val="dk1"/>
                </a:solidFill>
              </a:defRPr>
            </a:lvl8pPr>
            <a:lvl9pPr lvl="8" rtl="0">
              <a:spcBef>
                <a:spcPts val="0"/>
              </a:spcBef>
              <a:spcAft>
                <a:spcPts val="0"/>
              </a:spcAft>
              <a:buClr>
                <a:schemeClr val="dk1"/>
              </a:buClr>
              <a:buSzPts val="3600"/>
              <a:buNone/>
              <a:defRPr sz="3600">
                <a:solidFill>
                  <a:schemeClr val="dk1"/>
                </a:solidFill>
              </a:defRPr>
            </a:lvl9pPr>
          </a:lstStyle>
          <a:p/>
        </p:txBody>
      </p:sp>
      <p:sp>
        <p:nvSpPr>
          <p:cNvPr id="189" name="Google Shape;189;p3"/>
          <p:cNvSpPr txBox="1"/>
          <p:nvPr>
            <p:ph idx="1" type="subTitle"/>
          </p:nvPr>
        </p:nvSpPr>
        <p:spPr>
          <a:xfrm>
            <a:off x="603425" y="2604674"/>
            <a:ext cx="5497200" cy="3798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400"/>
              <a:buNone/>
              <a:defRPr>
                <a:solidFill>
                  <a:schemeClr val="l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90" name="Shape 190"/>
        <p:cNvGrpSpPr/>
        <p:nvPr/>
      </p:nvGrpSpPr>
      <p:grpSpPr>
        <a:xfrm>
          <a:off x="0" y="0"/>
          <a:ext cx="0" cy="0"/>
          <a:chOff x="0" y="0"/>
          <a:chExt cx="0" cy="0"/>
        </a:xfrm>
      </p:grpSpPr>
      <p:grpSp>
        <p:nvGrpSpPr>
          <p:cNvPr id="191" name="Google Shape;191;p4"/>
          <p:cNvGrpSpPr/>
          <p:nvPr/>
        </p:nvGrpSpPr>
        <p:grpSpPr>
          <a:xfrm>
            <a:off x="-175" y="0"/>
            <a:ext cx="9158125" cy="5149862"/>
            <a:chOff x="-175" y="0"/>
            <a:chExt cx="9158125" cy="5149862"/>
          </a:xfrm>
        </p:grpSpPr>
        <p:sp>
          <p:nvSpPr>
            <p:cNvPr id="192" name="Google Shape;192;p4"/>
            <p:cNvSpPr/>
            <p:nvPr/>
          </p:nvSpPr>
          <p:spPr>
            <a:xfrm>
              <a:off x="0" y="0"/>
              <a:ext cx="78456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 name="Google Shape;193;p4"/>
            <p:cNvGrpSpPr/>
            <p:nvPr/>
          </p:nvGrpSpPr>
          <p:grpSpPr>
            <a:xfrm>
              <a:off x="-175" y="664293"/>
              <a:ext cx="318794" cy="653721"/>
              <a:chOff x="5385375" y="498300"/>
              <a:chExt cx="802200" cy="556500"/>
            </a:xfrm>
          </p:grpSpPr>
          <p:sp>
            <p:nvSpPr>
              <p:cNvPr id="194" name="Google Shape;194;p4"/>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4"/>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7" name="Google Shape;197;p4"/>
            <p:cNvSpPr/>
            <p:nvPr/>
          </p:nvSpPr>
          <p:spPr>
            <a:xfrm>
              <a:off x="666125" y="660475"/>
              <a:ext cx="666300" cy="66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4"/>
            <p:cNvGrpSpPr/>
            <p:nvPr/>
          </p:nvGrpSpPr>
          <p:grpSpPr>
            <a:xfrm>
              <a:off x="8994728" y="670955"/>
              <a:ext cx="149289" cy="653721"/>
              <a:chOff x="5385375" y="498300"/>
              <a:chExt cx="802200" cy="556500"/>
            </a:xfrm>
          </p:grpSpPr>
          <p:sp>
            <p:nvSpPr>
              <p:cNvPr id="200" name="Google Shape;200;p4"/>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4"/>
            <p:cNvGrpSpPr/>
            <p:nvPr/>
          </p:nvGrpSpPr>
          <p:grpSpPr>
            <a:xfrm>
              <a:off x="7508545" y="3014000"/>
              <a:ext cx="666403" cy="1475799"/>
              <a:chOff x="7508545" y="664625"/>
              <a:chExt cx="666403" cy="1475799"/>
            </a:xfrm>
          </p:grpSpPr>
          <p:sp>
            <p:nvSpPr>
              <p:cNvPr id="204" name="Google Shape;204;p4"/>
              <p:cNvSpPr/>
              <p:nvPr/>
            </p:nvSpPr>
            <p:spPr>
              <a:xfrm>
                <a:off x="7508545" y="664625"/>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
              <p:cNvSpPr/>
              <p:nvPr/>
            </p:nvSpPr>
            <p:spPr>
              <a:xfrm>
                <a:off x="7710872" y="664625"/>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4"/>
              <p:cNvSpPr/>
              <p:nvPr/>
            </p:nvSpPr>
            <p:spPr>
              <a:xfrm>
                <a:off x="7913198" y="664625"/>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4"/>
              <p:cNvSpPr/>
              <p:nvPr/>
            </p:nvSpPr>
            <p:spPr>
              <a:xfrm>
                <a:off x="7508545" y="866967"/>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
              <p:cNvSpPr/>
              <p:nvPr/>
            </p:nvSpPr>
            <p:spPr>
              <a:xfrm>
                <a:off x="7710872" y="866967"/>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4"/>
              <p:cNvSpPr/>
              <p:nvPr/>
            </p:nvSpPr>
            <p:spPr>
              <a:xfrm>
                <a:off x="7913198" y="866967"/>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
              <p:cNvSpPr/>
              <p:nvPr/>
            </p:nvSpPr>
            <p:spPr>
              <a:xfrm>
                <a:off x="7508545" y="1069308"/>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
              <p:cNvSpPr/>
              <p:nvPr/>
            </p:nvSpPr>
            <p:spPr>
              <a:xfrm>
                <a:off x="7710872" y="1069308"/>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p:nvPr/>
            </p:nvSpPr>
            <p:spPr>
              <a:xfrm>
                <a:off x="7913198" y="1069308"/>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
              <p:cNvSpPr/>
              <p:nvPr/>
            </p:nvSpPr>
            <p:spPr>
              <a:xfrm>
                <a:off x="7508545" y="1271649"/>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
              <p:cNvSpPr/>
              <p:nvPr/>
            </p:nvSpPr>
            <p:spPr>
              <a:xfrm>
                <a:off x="7710872" y="1271649"/>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
              <p:cNvSpPr/>
              <p:nvPr/>
            </p:nvSpPr>
            <p:spPr>
              <a:xfrm>
                <a:off x="7913198" y="1271649"/>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
              <p:cNvSpPr/>
              <p:nvPr/>
            </p:nvSpPr>
            <p:spPr>
              <a:xfrm>
                <a:off x="8115524" y="664625"/>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
              <p:cNvSpPr/>
              <p:nvPr/>
            </p:nvSpPr>
            <p:spPr>
              <a:xfrm>
                <a:off x="8115524" y="866967"/>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
              <p:cNvSpPr/>
              <p:nvPr/>
            </p:nvSpPr>
            <p:spPr>
              <a:xfrm>
                <a:off x="8115524" y="1069308"/>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
              <p:cNvSpPr/>
              <p:nvPr/>
            </p:nvSpPr>
            <p:spPr>
              <a:xfrm>
                <a:off x="8115549" y="1271649"/>
                <a:ext cx="59344" cy="59348"/>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
              <p:cNvSpPr/>
              <p:nvPr/>
            </p:nvSpPr>
            <p:spPr>
              <a:xfrm>
                <a:off x="7508545"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
              <p:cNvSpPr/>
              <p:nvPr/>
            </p:nvSpPr>
            <p:spPr>
              <a:xfrm>
                <a:off x="7710872"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
              <p:cNvSpPr/>
              <p:nvPr/>
            </p:nvSpPr>
            <p:spPr>
              <a:xfrm>
                <a:off x="7913198"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
              <p:cNvSpPr/>
              <p:nvPr/>
            </p:nvSpPr>
            <p:spPr>
              <a:xfrm>
                <a:off x="7508545"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
              <p:cNvSpPr/>
              <p:nvPr/>
            </p:nvSpPr>
            <p:spPr>
              <a:xfrm>
                <a:off x="7710872"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
              <p:cNvSpPr/>
              <p:nvPr/>
            </p:nvSpPr>
            <p:spPr>
              <a:xfrm>
                <a:off x="7913198"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
              <p:cNvSpPr/>
              <p:nvPr/>
            </p:nvSpPr>
            <p:spPr>
              <a:xfrm>
                <a:off x="7508545"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
              <p:cNvSpPr/>
              <p:nvPr/>
            </p:nvSpPr>
            <p:spPr>
              <a:xfrm>
                <a:off x="7710872"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
              <p:cNvSpPr/>
              <p:nvPr/>
            </p:nvSpPr>
            <p:spPr>
              <a:xfrm>
                <a:off x="7913198"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
              <p:cNvSpPr/>
              <p:nvPr/>
            </p:nvSpPr>
            <p:spPr>
              <a:xfrm>
                <a:off x="7508545"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
              <p:cNvSpPr/>
              <p:nvPr/>
            </p:nvSpPr>
            <p:spPr>
              <a:xfrm>
                <a:off x="7710872"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
              <p:cNvSpPr/>
              <p:nvPr/>
            </p:nvSpPr>
            <p:spPr>
              <a:xfrm>
                <a:off x="7913198"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
              <p:cNvSpPr/>
              <p:nvPr/>
            </p:nvSpPr>
            <p:spPr>
              <a:xfrm>
                <a:off x="8115524" y="1474000"/>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
              <p:cNvSpPr/>
              <p:nvPr/>
            </p:nvSpPr>
            <p:spPr>
              <a:xfrm>
                <a:off x="8115524" y="1676342"/>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4"/>
              <p:cNvSpPr/>
              <p:nvPr/>
            </p:nvSpPr>
            <p:spPr>
              <a:xfrm>
                <a:off x="8115524" y="1878683"/>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4"/>
              <p:cNvSpPr/>
              <p:nvPr/>
            </p:nvSpPr>
            <p:spPr>
              <a:xfrm>
                <a:off x="8115549" y="2081024"/>
                <a:ext cx="59400" cy="594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6" name="Google Shape;236;p4"/>
            <p:cNvGrpSpPr/>
            <p:nvPr/>
          </p:nvGrpSpPr>
          <p:grpSpPr>
            <a:xfrm>
              <a:off x="666070" y="4483438"/>
              <a:ext cx="666403" cy="666424"/>
              <a:chOff x="7996345" y="980275"/>
              <a:chExt cx="666403" cy="666424"/>
            </a:xfrm>
          </p:grpSpPr>
          <p:sp>
            <p:nvSpPr>
              <p:cNvPr id="237" name="Google Shape;237;p4"/>
              <p:cNvSpPr/>
              <p:nvPr/>
            </p:nvSpPr>
            <p:spPr>
              <a:xfrm>
                <a:off x="7996345"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
              <p:cNvSpPr/>
              <p:nvPr/>
            </p:nvSpPr>
            <p:spPr>
              <a:xfrm>
                <a:off x="8198672"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
              <p:cNvSpPr/>
              <p:nvPr/>
            </p:nvSpPr>
            <p:spPr>
              <a:xfrm>
                <a:off x="8400998"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
              <p:cNvSpPr/>
              <p:nvPr/>
            </p:nvSpPr>
            <p:spPr>
              <a:xfrm>
                <a:off x="7996345"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
              <p:cNvSpPr/>
              <p:nvPr/>
            </p:nvSpPr>
            <p:spPr>
              <a:xfrm>
                <a:off x="8198672"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
              <p:cNvSpPr/>
              <p:nvPr/>
            </p:nvSpPr>
            <p:spPr>
              <a:xfrm>
                <a:off x="8400998"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
              <p:cNvSpPr/>
              <p:nvPr/>
            </p:nvSpPr>
            <p:spPr>
              <a:xfrm>
                <a:off x="7996345"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
              <p:cNvSpPr/>
              <p:nvPr/>
            </p:nvSpPr>
            <p:spPr>
              <a:xfrm>
                <a:off x="8198672"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
              <p:cNvSpPr/>
              <p:nvPr/>
            </p:nvSpPr>
            <p:spPr>
              <a:xfrm>
                <a:off x="8400998"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
              <p:cNvSpPr/>
              <p:nvPr/>
            </p:nvSpPr>
            <p:spPr>
              <a:xfrm>
                <a:off x="7996345"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
              <p:cNvSpPr/>
              <p:nvPr/>
            </p:nvSpPr>
            <p:spPr>
              <a:xfrm>
                <a:off x="8198672"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
              <p:cNvSpPr/>
              <p:nvPr/>
            </p:nvSpPr>
            <p:spPr>
              <a:xfrm>
                <a:off x="8400998"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
              <p:cNvSpPr/>
              <p:nvPr/>
            </p:nvSpPr>
            <p:spPr>
              <a:xfrm>
                <a:off x="8603324" y="980275"/>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
              <p:cNvSpPr/>
              <p:nvPr/>
            </p:nvSpPr>
            <p:spPr>
              <a:xfrm>
                <a:off x="8603324" y="1182617"/>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
              <p:cNvSpPr/>
              <p:nvPr/>
            </p:nvSpPr>
            <p:spPr>
              <a:xfrm>
                <a:off x="8603324" y="1384958"/>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
              <p:cNvSpPr/>
              <p:nvPr/>
            </p:nvSpPr>
            <p:spPr>
              <a:xfrm>
                <a:off x="8603349" y="1587299"/>
                <a:ext cx="59400" cy="5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53" name="Google Shape;253;p4"/>
          <p:cNvSpPr txBox="1"/>
          <p:nvPr>
            <p:ph idx="1" type="body"/>
          </p:nvPr>
        </p:nvSpPr>
        <p:spPr>
          <a:xfrm>
            <a:off x="1699000" y="660475"/>
            <a:ext cx="5045400" cy="3829200"/>
          </a:xfrm>
          <a:prstGeom prst="rect">
            <a:avLst/>
          </a:prstGeom>
        </p:spPr>
        <p:txBody>
          <a:bodyPr anchorCtr="0" anchor="t" bIns="0" lIns="0" spcFirstLastPara="1" rIns="0" wrap="square" tIns="0">
            <a:noAutofit/>
          </a:bodyPr>
          <a:lstStyle>
            <a:lvl1pPr indent="-457200" lvl="0" marL="457200" rtl="0">
              <a:lnSpc>
                <a:spcPct val="100000"/>
              </a:lnSpc>
              <a:spcBef>
                <a:spcPts val="600"/>
              </a:spcBef>
              <a:spcAft>
                <a:spcPts val="0"/>
              </a:spcAft>
              <a:buClr>
                <a:schemeClr val="lt1"/>
              </a:buClr>
              <a:buSzPts val="3600"/>
              <a:buFont typeface="Barlow SemiBold"/>
              <a:buChar char="▪"/>
              <a:defRPr sz="3600">
                <a:latin typeface="Barlow SemiBold"/>
                <a:ea typeface="Barlow SemiBold"/>
                <a:cs typeface="Barlow SemiBold"/>
                <a:sym typeface="Barlow SemiBold"/>
              </a:defRPr>
            </a:lvl1pPr>
            <a:lvl2pPr indent="-457200" lvl="1" marL="914400" rtl="0">
              <a:lnSpc>
                <a:spcPct val="100000"/>
              </a:lnSpc>
              <a:spcBef>
                <a:spcPts val="0"/>
              </a:spcBef>
              <a:spcAft>
                <a:spcPts val="0"/>
              </a:spcAft>
              <a:buClr>
                <a:schemeClr val="lt1"/>
              </a:buClr>
              <a:buSzPts val="3600"/>
              <a:buFont typeface="Barlow SemiBold"/>
              <a:buChar char="▫"/>
              <a:defRPr sz="3600">
                <a:latin typeface="Barlow SemiBold"/>
                <a:ea typeface="Barlow SemiBold"/>
                <a:cs typeface="Barlow SemiBold"/>
                <a:sym typeface="Barlow SemiBold"/>
              </a:defRPr>
            </a:lvl2pPr>
            <a:lvl3pPr indent="-457200" lvl="2" marL="13716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3pPr>
            <a:lvl4pPr indent="-457200" lvl="3" marL="18288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4pPr>
            <a:lvl5pPr indent="-457200" lvl="4" marL="22860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5pPr>
            <a:lvl6pPr indent="-457200" lvl="5" marL="27432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6pPr>
            <a:lvl7pPr indent="-457200" lvl="6" marL="32004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7pPr>
            <a:lvl8pPr indent="-457200" lvl="7" marL="36576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8pPr>
            <a:lvl9pPr indent="-457200" lvl="8" marL="4114800" rtl="0">
              <a:lnSpc>
                <a:spcPct val="100000"/>
              </a:lnSpc>
              <a:spcBef>
                <a:spcPts val="0"/>
              </a:spcBef>
              <a:spcAft>
                <a:spcPts val="0"/>
              </a:spcAft>
              <a:buSzPts val="3600"/>
              <a:buFont typeface="Barlow SemiBold"/>
              <a:buChar char="▫"/>
              <a:defRPr sz="3600">
                <a:latin typeface="Barlow SemiBold"/>
                <a:ea typeface="Barlow SemiBold"/>
                <a:cs typeface="Barlow SemiBold"/>
                <a:sym typeface="Barlow SemiBold"/>
              </a:defRPr>
            </a:lvl9pPr>
          </a:lstStyle>
          <a:p/>
        </p:txBody>
      </p:sp>
      <p:sp>
        <p:nvSpPr>
          <p:cNvPr id="254" name="Google Shape;254;p4"/>
          <p:cNvSpPr txBox="1"/>
          <p:nvPr/>
        </p:nvSpPr>
        <p:spPr>
          <a:xfrm>
            <a:off x="666125" y="574543"/>
            <a:ext cx="666300" cy="6537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600">
                <a:solidFill>
                  <a:schemeClr val="lt1"/>
                </a:solidFill>
              </a:rPr>
              <a:t>“</a:t>
            </a:r>
            <a:endParaRPr sz="9600">
              <a:solidFill>
                <a:schemeClr val="lt1"/>
              </a:solidFill>
            </a:endParaRPr>
          </a:p>
        </p:txBody>
      </p:sp>
      <p:sp>
        <p:nvSpPr>
          <p:cNvPr id="255" name="Google Shape;255;p4"/>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56" name="Shape 256"/>
        <p:cNvGrpSpPr/>
        <p:nvPr/>
      </p:nvGrpSpPr>
      <p:grpSpPr>
        <a:xfrm>
          <a:off x="0" y="0"/>
          <a:ext cx="0" cy="0"/>
          <a:chOff x="0" y="0"/>
          <a:chExt cx="0" cy="0"/>
        </a:xfrm>
      </p:grpSpPr>
      <p:sp>
        <p:nvSpPr>
          <p:cNvPr id="257" name="Google Shape;257;p5"/>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258" name="Google Shape;258;p5"/>
          <p:cNvSpPr txBox="1"/>
          <p:nvPr>
            <p:ph idx="1" type="body"/>
          </p:nvPr>
        </p:nvSpPr>
        <p:spPr>
          <a:xfrm>
            <a:off x="1199775" y="1599700"/>
            <a:ext cx="6650700" cy="28860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259" name="Google Shape;259;p5"/>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grpSp>
        <p:nvGrpSpPr>
          <p:cNvPr id="260" name="Google Shape;260;p5"/>
          <p:cNvGrpSpPr/>
          <p:nvPr/>
        </p:nvGrpSpPr>
        <p:grpSpPr>
          <a:xfrm>
            <a:off x="-207" y="0"/>
            <a:ext cx="9158157" cy="5149835"/>
            <a:chOff x="-207" y="0"/>
            <a:chExt cx="9158157" cy="5149835"/>
          </a:xfrm>
        </p:grpSpPr>
        <p:sp>
          <p:nvSpPr>
            <p:cNvPr id="261" name="Google Shape;261;p5"/>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5"/>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5"/>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4" name="Google Shape;264;p5"/>
            <p:cNvGrpSpPr/>
            <p:nvPr/>
          </p:nvGrpSpPr>
          <p:grpSpPr>
            <a:xfrm>
              <a:off x="-207" y="664293"/>
              <a:ext cx="155867" cy="653721"/>
              <a:chOff x="5385375" y="498300"/>
              <a:chExt cx="802200" cy="556500"/>
            </a:xfrm>
          </p:grpSpPr>
          <p:sp>
            <p:nvSpPr>
              <p:cNvPr id="265" name="Google Shape;265;p5"/>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5"/>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8" name="Google Shape;268;p5"/>
            <p:cNvGrpSpPr/>
            <p:nvPr/>
          </p:nvGrpSpPr>
          <p:grpSpPr>
            <a:xfrm>
              <a:off x="322384" y="4483463"/>
              <a:ext cx="666347" cy="666373"/>
              <a:chOff x="7134700" y="414375"/>
              <a:chExt cx="501919" cy="501900"/>
            </a:xfrm>
          </p:grpSpPr>
          <p:sp>
            <p:nvSpPr>
              <p:cNvPr id="269" name="Google Shape;269;p5"/>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5"/>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5"/>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5"/>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5"/>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5"/>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5"/>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5"/>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5"/>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5"/>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5"/>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5"/>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5"/>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5"/>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5"/>
            <p:cNvGrpSpPr/>
            <p:nvPr/>
          </p:nvGrpSpPr>
          <p:grpSpPr>
            <a:xfrm>
              <a:off x="8832384" y="670955"/>
              <a:ext cx="311815" cy="653721"/>
              <a:chOff x="5385375" y="498300"/>
              <a:chExt cx="802200" cy="556500"/>
            </a:xfrm>
          </p:grpSpPr>
          <p:sp>
            <p:nvSpPr>
              <p:cNvPr id="286" name="Google Shape;286;p5"/>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5"/>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9" name="Google Shape;289;p5"/>
          <p:cNvSpPr/>
          <p:nvPr/>
        </p:nvSpPr>
        <p:spPr>
          <a:xfrm>
            <a:off x="705975" y="4423000"/>
            <a:ext cx="351600" cy="72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AND_BODY_1">
    <p:spTree>
      <p:nvGrpSpPr>
        <p:cNvPr id="290" name="Shape 290"/>
        <p:cNvGrpSpPr/>
        <p:nvPr/>
      </p:nvGrpSpPr>
      <p:grpSpPr>
        <a:xfrm>
          <a:off x="0" y="0"/>
          <a:ext cx="0" cy="0"/>
          <a:chOff x="0" y="0"/>
          <a:chExt cx="0" cy="0"/>
        </a:xfrm>
      </p:grpSpPr>
      <p:sp>
        <p:nvSpPr>
          <p:cNvPr id="291" name="Google Shape;291;p6"/>
          <p:cNvSpPr/>
          <p:nvPr/>
        </p:nvSpPr>
        <p:spPr>
          <a:xfrm>
            <a:off x="6100358" y="13"/>
            <a:ext cx="30504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322375" y="646500"/>
            <a:ext cx="44706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6"/>
          <p:cNvGrpSpPr/>
          <p:nvPr/>
        </p:nvGrpSpPr>
        <p:grpSpPr>
          <a:xfrm>
            <a:off x="-207" y="646493"/>
            <a:ext cx="155867" cy="653721"/>
            <a:chOff x="5385375" y="498300"/>
            <a:chExt cx="802200" cy="556500"/>
          </a:xfrm>
        </p:grpSpPr>
        <p:sp>
          <p:nvSpPr>
            <p:cNvPr id="295" name="Google Shape;295;p6"/>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6"/>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6"/>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8" name="Google Shape;298;p6"/>
          <p:cNvGrpSpPr/>
          <p:nvPr/>
        </p:nvGrpSpPr>
        <p:grpSpPr>
          <a:xfrm>
            <a:off x="5434002" y="4483463"/>
            <a:ext cx="666347" cy="666373"/>
            <a:chOff x="7134700" y="414375"/>
            <a:chExt cx="501919" cy="501900"/>
          </a:xfrm>
        </p:grpSpPr>
        <p:sp>
          <p:nvSpPr>
            <p:cNvPr id="299" name="Google Shape;299;p6"/>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6"/>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6"/>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6"/>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6"/>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6"/>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6"/>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6"/>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6"/>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5" name="Google Shape;315;p6"/>
          <p:cNvGrpSpPr/>
          <p:nvPr/>
        </p:nvGrpSpPr>
        <p:grpSpPr>
          <a:xfrm rot="-5400000">
            <a:off x="8018100" y="-167410"/>
            <a:ext cx="318554" cy="653721"/>
            <a:chOff x="5385375" y="498300"/>
            <a:chExt cx="802200" cy="556500"/>
          </a:xfrm>
        </p:grpSpPr>
        <p:sp>
          <p:nvSpPr>
            <p:cNvPr id="316" name="Google Shape;316;p6"/>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6"/>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6"/>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9" name="Google Shape;319;p6"/>
          <p:cNvSpPr txBox="1"/>
          <p:nvPr>
            <p:ph type="title"/>
          </p:nvPr>
        </p:nvSpPr>
        <p:spPr>
          <a:xfrm>
            <a:off x="508700" y="646500"/>
            <a:ext cx="4284300" cy="653700"/>
          </a:xfrm>
          <a:prstGeom prst="rect">
            <a:avLst/>
          </a:prstGeom>
        </p:spPr>
        <p:txBody>
          <a:bodyPr anchorCtr="0" anchor="ctr" bIns="0" lIns="0" spcFirstLastPara="1" rIns="0" wrap="square" tIns="0">
            <a:noAutofit/>
          </a:bodyPr>
          <a:lstStyle>
            <a:lvl1pPr lvl="0" rtl="0">
              <a:lnSpc>
                <a:spcPct val="80000"/>
              </a:lnSpc>
              <a:spcBef>
                <a:spcPts val="0"/>
              </a:spcBef>
              <a:spcAft>
                <a:spcPts val="0"/>
              </a:spcAft>
              <a:buSzPts val="2600"/>
              <a:buNone/>
              <a:defRPr/>
            </a:lvl1pPr>
            <a:lvl2pPr lvl="1" rtl="0">
              <a:lnSpc>
                <a:spcPct val="80000"/>
              </a:lnSpc>
              <a:spcBef>
                <a:spcPts val="0"/>
              </a:spcBef>
              <a:spcAft>
                <a:spcPts val="0"/>
              </a:spcAft>
              <a:buSzPts val="2400"/>
              <a:buNone/>
              <a:defRPr sz="2400"/>
            </a:lvl2pPr>
            <a:lvl3pPr lvl="2" rtl="0">
              <a:lnSpc>
                <a:spcPct val="80000"/>
              </a:lnSpc>
              <a:spcBef>
                <a:spcPts val="0"/>
              </a:spcBef>
              <a:spcAft>
                <a:spcPts val="0"/>
              </a:spcAft>
              <a:buSzPts val="2400"/>
              <a:buNone/>
              <a:defRPr sz="2400"/>
            </a:lvl3pPr>
            <a:lvl4pPr lvl="3" rtl="0">
              <a:lnSpc>
                <a:spcPct val="80000"/>
              </a:lnSpc>
              <a:spcBef>
                <a:spcPts val="0"/>
              </a:spcBef>
              <a:spcAft>
                <a:spcPts val="0"/>
              </a:spcAft>
              <a:buSzPts val="2400"/>
              <a:buNone/>
              <a:defRPr sz="2400"/>
            </a:lvl4pPr>
            <a:lvl5pPr lvl="4" rtl="0">
              <a:lnSpc>
                <a:spcPct val="80000"/>
              </a:lnSpc>
              <a:spcBef>
                <a:spcPts val="0"/>
              </a:spcBef>
              <a:spcAft>
                <a:spcPts val="0"/>
              </a:spcAft>
              <a:buSzPts val="2400"/>
              <a:buNone/>
              <a:defRPr sz="2400"/>
            </a:lvl5pPr>
            <a:lvl6pPr lvl="5" rtl="0">
              <a:lnSpc>
                <a:spcPct val="80000"/>
              </a:lnSpc>
              <a:spcBef>
                <a:spcPts val="0"/>
              </a:spcBef>
              <a:spcAft>
                <a:spcPts val="0"/>
              </a:spcAft>
              <a:buSzPts val="2400"/>
              <a:buNone/>
              <a:defRPr sz="2400"/>
            </a:lvl6pPr>
            <a:lvl7pPr lvl="6" rtl="0">
              <a:lnSpc>
                <a:spcPct val="80000"/>
              </a:lnSpc>
              <a:spcBef>
                <a:spcPts val="0"/>
              </a:spcBef>
              <a:spcAft>
                <a:spcPts val="0"/>
              </a:spcAft>
              <a:buSzPts val="2400"/>
              <a:buNone/>
              <a:defRPr sz="2400"/>
            </a:lvl7pPr>
            <a:lvl8pPr lvl="7" rtl="0">
              <a:lnSpc>
                <a:spcPct val="80000"/>
              </a:lnSpc>
              <a:spcBef>
                <a:spcPts val="0"/>
              </a:spcBef>
              <a:spcAft>
                <a:spcPts val="0"/>
              </a:spcAft>
              <a:buSzPts val="2400"/>
              <a:buNone/>
              <a:defRPr sz="2400"/>
            </a:lvl8pPr>
            <a:lvl9pPr lvl="8" rtl="0">
              <a:lnSpc>
                <a:spcPct val="80000"/>
              </a:lnSpc>
              <a:spcBef>
                <a:spcPts val="0"/>
              </a:spcBef>
              <a:spcAft>
                <a:spcPts val="0"/>
              </a:spcAft>
              <a:buSzPts val="2400"/>
              <a:buNone/>
              <a:defRPr sz="2400"/>
            </a:lvl9pPr>
          </a:lstStyle>
          <a:p/>
        </p:txBody>
      </p:sp>
      <p:sp>
        <p:nvSpPr>
          <p:cNvPr id="320" name="Google Shape;320;p6"/>
          <p:cNvSpPr txBox="1"/>
          <p:nvPr>
            <p:ph idx="1" type="body"/>
          </p:nvPr>
        </p:nvSpPr>
        <p:spPr>
          <a:xfrm>
            <a:off x="508700" y="1599700"/>
            <a:ext cx="4284300" cy="2886000"/>
          </a:xfrm>
          <a:prstGeom prst="rect">
            <a:avLst/>
          </a:prstGeom>
        </p:spPr>
        <p:txBody>
          <a:bodyPr anchorCtr="0" anchor="t" bIns="0" lIns="0" spcFirstLastPara="1" rIns="0" wrap="square" tIns="0">
            <a:noAutofit/>
          </a:bodyPr>
          <a:lstStyle>
            <a:lvl1pPr indent="-381000" lvl="0" marL="457200" rtl="0">
              <a:spcBef>
                <a:spcPts val="600"/>
              </a:spcBef>
              <a:spcAft>
                <a:spcPts val="0"/>
              </a:spcAft>
              <a:buSzPts val="24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81000" lvl="3" marL="1828800" rtl="0">
              <a:spcBef>
                <a:spcPts val="0"/>
              </a:spcBef>
              <a:spcAft>
                <a:spcPts val="0"/>
              </a:spcAft>
              <a:buSzPts val="2400"/>
              <a:buChar char="▫"/>
              <a:defRPr/>
            </a:lvl4pPr>
            <a:lvl5pPr indent="-381000" lvl="4" marL="2286000" rtl="0">
              <a:spcBef>
                <a:spcPts val="0"/>
              </a:spcBef>
              <a:spcAft>
                <a:spcPts val="0"/>
              </a:spcAft>
              <a:buSzPts val="2400"/>
              <a:buChar char="▫"/>
              <a:defRPr/>
            </a:lvl5pPr>
            <a:lvl6pPr indent="-381000" lvl="5" marL="2743200" rtl="0">
              <a:spcBef>
                <a:spcPts val="0"/>
              </a:spcBef>
              <a:spcAft>
                <a:spcPts val="0"/>
              </a:spcAft>
              <a:buSzPts val="2400"/>
              <a:buChar char="▫"/>
              <a:defRPr/>
            </a:lvl6pPr>
            <a:lvl7pPr indent="-381000" lvl="6" marL="3200400" rtl="0">
              <a:spcBef>
                <a:spcPts val="0"/>
              </a:spcBef>
              <a:spcAft>
                <a:spcPts val="0"/>
              </a:spcAft>
              <a:buSzPts val="2400"/>
              <a:buChar char="▫"/>
              <a:defRPr/>
            </a:lvl7pPr>
            <a:lvl8pPr indent="-381000" lvl="7" marL="3657600" rtl="0">
              <a:spcBef>
                <a:spcPts val="0"/>
              </a:spcBef>
              <a:spcAft>
                <a:spcPts val="0"/>
              </a:spcAft>
              <a:buSzPts val="2400"/>
              <a:buChar char="▫"/>
              <a:defRPr/>
            </a:lvl8pPr>
            <a:lvl9pPr indent="-381000" lvl="8" marL="4114800" rtl="0">
              <a:spcBef>
                <a:spcPts val="0"/>
              </a:spcBef>
              <a:spcAft>
                <a:spcPts val="0"/>
              </a:spcAft>
              <a:buSzPts val="2400"/>
              <a:buChar char="▫"/>
              <a:defRPr/>
            </a:lvl9pPr>
          </a:lstStyle>
          <a:p/>
        </p:txBody>
      </p:sp>
      <p:sp>
        <p:nvSpPr>
          <p:cNvPr id="321" name="Google Shape;321;p6"/>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322" name="Shape 322"/>
        <p:cNvGrpSpPr/>
        <p:nvPr/>
      </p:nvGrpSpPr>
      <p:grpSpPr>
        <a:xfrm>
          <a:off x="0" y="0"/>
          <a:ext cx="0" cy="0"/>
          <a:chOff x="0" y="0"/>
          <a:chExt cx="0" cy="0"/>
        </a:xfrm>
      </p:grpSpPr>
      <p:grpSp>
        <p:nvGrpSpPr>
          <p:cNvPr id="323" name="Google Shape;323;p7"/>
          <p:cNvGrpSpPr/>
          <p:nvPr/>
        </p:nvGrpSpPr>
        <p:grpSpPr>
          <a:xfrm>
            <a:off x="-207" y="0"/>
            <a:ext cx="9158157" cy="5149835"/>
            <a:chOff x="-207" y="0"/>
            <a:chExt cx="9158157" cy="5149835"/>
          </a:xfrm>
        </p:grpSpPr>
        <p:sp>
          <p:nvSpPr>
            <p:cNvPr id="324" name="Google Shape;324;p7"/>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7"/>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7"/>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7"/>
            <p:cNvGrpSpPr/>
            <p:nvPr/>
          </p:nvGrpSpPr>
          <p:grpSpPr>
            <a:xfrm>
              <a:off x="-207" y="664293"/>
              <a:ext cx="155867" cy="653721"/>
              <a:chOff x="5385375" y="498300"/>
              <a:chExt cx="802200" cy="556500"/>
            </a:xfrm>
          </p:grpSpPr>
          <p:sp>
            <p:nvSpPr>
              <p:cNvPr id="328" name="Google Shape;328;p7"/>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7"/>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7"/>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 name="Google Shape;331;p7"/>
            <p:cNvGrpSpPr/>
            <p:nvPr/>
          </p:nvGrpSpPr>
          <p:grpSpPr>
            <a:xfrm>
              <a:off x="322384" y="4483463"/>
              <a:ext cx="666347" cy="666373"/>
              <a:chOff x="7134700" y="414375"/>
              <a:chExt cx="501919" cy="501900"/>
            </a:xfrm>
          </p:grpSpPr>
          <p:sp>
            <p:nvSpPr>
              <p:cNvPr id="332" name="Google Shape;332;p7"/>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7"/>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7"/>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7"/>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7"/>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7"/>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7"/>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7"/>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7"/>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7"/>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7"/>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7"/>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7"/>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7"/>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 name="Google Shape;348;p7"/>
            <p:cNvGrpSpPr/>
            <p:nvPr/>
          </p:nvGrpSpPr>
          <p:grpSpPr>
            <a:xfrm>
              <a:off x="8832384" y="670955"/>
              <a:ext cx="311815" cy="653721"/>
              <a:chOff x="5385375" y="498300"/>
              <a:chExt cx="802200" cy="556500"/>
            </a:xfrm>
          </p:grpSpPr>
          <p:sp>
            <p:nvSpPr>
              <p:cNvPr id="349" name="Google Shape;349;p7"/>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7"/>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7"/>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2" name="Google Shape;352;p7"/>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53" name="Google Shape;353;p7"/>
          <p:cNvSpPr txBox="1"/>
          <p:nvPr>
            <p:ph idx="1" type="body"/>
          </p:nvPr>
        </p:nvSpPr>
        <p:spPr>
          <a:xfrm>
            <a:off x="1172650" y="1599700"/>
            <a:ext cx="3447300" cy="28902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354" name="Google Shape;354;p7"/>
          <p:cNvSpPr txBox="1"/>
          <p:nvPr>
            <p:ph idx="2" type="body"/>
          </p:nvPr>
        </p:nvSpPr>
        <p:spPr>
          <a:xfrm>
            <a:off x="5056888" y="1599700"/>
            <a:ext cx="3447300" cy="28902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sz="2000"/>
            </a:lvl1pPr>
            <a:lvl2pPr indent="-355600" lvl="1" marL="914400" rtl="0">
              <a:spcBef>
                <a:spcPts val="0"/>
              </a:spcBef>
              <a:spcAft>
                <a:spcPts val="0"/>
              </a:spcAft>
              <a:buSzPts val="2000"/>
              <a:buChar char="▫"/>
              <a:defRPr sz="2000"/>
            </a:lvl2pPr>
            <a:lvl3pPr indent="-355600" lvl="2" marL="1371600" rtl="0">
              <a:spcBef>
                <a:spcPts val="0"/>
              </a:spcBef>
              <a:spcAft>
                <a:spcPts val="0"/>
              </a:spcAft>
              <a:buSzPts val="2000"/>
              <a:buChar char="▫"/>
              <a:defRPr sz="2000"/>
            </a:lvl3pPr>
            <a:lvl4pPr indent="-355600" lvl="3" marL="1828800" rtl="0">
              <a:spcBef>
                <a:spcPts val="0"/>
              </a:spcBef>
              <a:spcAft>
                <a:spcPts val="0"/>
              </a:spcAft>
              <a:buSzPts val="2000"/>
              <a:buChar char="▫"/>
              <a:defRPr sz="2000"/>
            </a:lvl4pPr>
            <a:lvl5pPr indent="-355600" lvl="4" marL="2286000" rtl="0">
              <a:spcBef>
                <a:spcPts val="0"/>
              </a:spcBef>
              <a:spcAft>
                <a:spcPts val="0"/>
              </a:spcAft>
              <a:buSzPts val="2000"/>
              <a:buChar char="▫"/>
              <a:defRPr sz="2000"/>
            </a:lvl5pPr>
            <a:lvl6pPr indent="-355600" lvl="5" marL="2743200" rtl="0">
              <a:spcBef>
                <a:spcPts val="0"/>
              </a:spcBef>
              <a:spcAft>
                <a:spcPts val="0"/>
              </a:spcAft>
              <a:buSzPts val="2000"/>
              <a:buChar char="▫"/>
              <a:defRPr sz="2000"/>
            </a:lvl6pPr>
            <a:lvl7pPr indent="-355600" lvl="6" marL="3200400" rtl="0">
              <a:spcBef>
                <a:spcPts val="0"/>
              </a:spcBef>
              <a:spcAft>
                <a:spcPts val="0"/>
              </a:spcAft>
              <a:buSzPts val="2000"/>
              <a:buChar char="▫"/>
              <a:defRPr sz="2000"/>
            </a:lvl7pPr>
            <a:lvl8pPr indent="-355600" lvl="7" marL="3657600" rtl="0">
              <a:spcBef>
                <a:spcPts val="0"/>
              </a:spcBef>
              <a:spcAft>
                <a:spcPts val="0"/>
              </a:spcAft>
              <a:buSzPts val="2000"/>
              <a:buChar char="▫"/>
              <a:defRPr sz="2000"/>
            </a:lvl8pPr>
            <a:lvl9pPr indent="-355600" lvl="8" marL="4114800" rtl="0">
              <a:spcBef>
                <a:spcPts val="0"/>
              </a:spcBef>
              <a:spcAft>
                <a:spcPts val="0"/>
              </a:spcAft>
              <a:buSzPts val="2000"/>
              <a:buChar char="▫"/>
              <a:defRPr sz="2000"/>
            </a:lvl9pPr>
          </a:lstStyle>
          <a:p/>
        </p:txBody>
      </p:sp>
      <p:sp>
        <p:nvSpPr>
          <p:cNvPr id="355" name="Google Shape;355;p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56" name="Shape 356"/>
        <p:cNvGrpSpPr/>
        <p:nvPr/>
      </p:nvGrpSpPr>
      <p:grpSpPr>
        <a:xfrm>
          <a:off x="0" y="0"/>
          <a:ext cx="0" cy="0"/>
          <a:chOff x="0" y="0"/>
          <a:chExt cx="0" cy="0"/>
        </a:xfrm>
      </p:grpSpPr>
      <p:grpSp>
        <p:nvGrpSpPr>
          <p:cNvPr id="357" name="Google Shape;357;p8"/>
          <p:cNvGrpSpPr/>
          <p:nvPr/>
        </p:nvGrpSpPr>
        <p:grpSpPr>
          <a:xfrm>
            <a:off x="-207" y="0"/>
            <a:ext cx="9158157" cy="5149835"/>
            <a:chOff x="-207" y="0"/>
            <a:chExt cx="9158157" cy="5149835"/>
          </a:xfrm>
        </p:grpSpPr>
        <p:sp>
          <p:nvSpPr>
            <p:cNvPr id="358" name="Google Shape;358;p8"/>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8"/>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8"/>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1" name="Google Shape;361;p8"/>
            <p:cNvGrpSpPr/>
            <p:nvPr/>
          </p:nvGrpSpPr>
          <p:grpSpPr>
            <a:xfrm>
              <a:off x="-207" y="664293"/>
              <a:ext cx="155867" cy="653721"/>
              <a:chOff x="5385375" y="498300"/>
              <a:chExt cx="802200" cy="556500"/>
            </a:xfrm>
          </p:grpSpPr>
          <p:sp>
            <p:nvSpPr>
              <p:cNvPr id="362" name="Google Shape;362;p8"/>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8"/>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8"/>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5" name="Google Shape;365;p8"/>
            <p:cNvGrpSpPr/>
            <p:nvPr/>
          </p:nvGrpSpPr>
          <p:grpSpPr>
            <a:xfrm>
              <a:off x="322384" y="4483463"/>
              <a:ext cx="666347" cy="666373"/>
              <a:chOff x="7134700" y="414375"/>
              <a:chExt cx="501919" cy="501900"/>
            </a:xfrm>
          </p:grpSpPr>
          <p:sp>
            <p:nvSpPr>
              <p:cNvPr id="366" name="Google Shape;366;p8"/>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8"/>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8"/>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8"/>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8"/>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8"/>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8"/>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8"/>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8"/>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8"/>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8"/>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 name="Google Shape;382;p8"/>
            <p:cNvGrpSpPr/>
            <p:nvPr/>
          </p:nvGrpSpPr>
          <p:grpSpPr>
            <a:xfrm>
              <a:off x="8832384" y="670955"/>
              <a:ext cx="311815" cy="653721"/>
              <a:chOff x="5385375" y="498300"/>
              <a:chExt cx="802200" cy="556500"/>
            </a:xfrm>
          </p:grpSpPr>
          <p:sp>
            <p:nvSpPr>
              <p:cNvPr id="383" name="Google Shape;383;p8"/>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8"/>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8"/>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86" name="Google Shape;386;p8"/>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387" name="Google Shape;387;p8"/>
          <p:cNvSpPr txBox="1"/>
          <p:nvPr>
            <p:ph idx="1" type="body"/>
          </p:nvPr>
        </p:nvSpPr>
        <p:spPr>
          <a:xfrm>
            <a:off x="1165875"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88" name="Google Shape;388;p8"/>
          <p:cNvSpPr txBox="1"/>
          <p:nvPr>
            <p:ph idx="2" type="body"/>
          </p:nvPr>
        </p:nvSpPr>
        <p:spPr>
          <a:xfrm>
            <a:off x="3706438"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89" name="Google Shape;389;p8"/>
          <p:cNvSpPr txBox="1"/>
          <p:nvPr>
            <p:ph idx="3" type="body"/>
          </p:nvPr>
        </p:nvSpPr>
        <p:spPr>
          <a:xfrm>
            <a:off x="6247001" y="1599700"/>
            <a:ext cx="2257200" cy="2890200"/>
          </a:xfrm>
          <a:prstGeom prst="rect">
            <a:avLst/>
          </a:prstGeom>
        </p:spPr>
        <p:txBody>
          <a:bodyPr anchorCtr="0" anchor="t" bIns="0" lIns="0" spcFirstLastPara="1" rIns="0" wrap="square" tIns="0">
            <a:noAutofit/>
          </a:bodyPr>
          <a:lstStyle>
            <a:lvl1pPr indent="-342900" lvl="0" marL="457200" rtl="0">
              <a:spcBef>
                <a:spcPts val="600"/>
              </a:spcBef>
              <a:spcAft>
                <a:spcPts val="0"/>
              </a:spcAft>
              <a:buSzPts val="1800"/>
              <a:buChar char="▪"/>
              <a:defRPr sz="1800"/>
            </a:lvl1pPr>
            <a:lvl2pPr indent="-342900" lvl="1" marL="914400" rtl="0">
              <a:spcBef>
                <a:spcPts val="0"/>
              </a:spcBef>
              <a:spcAft>
                <a:spcPts val="0"/>
              </a:spcAft>
              <a:buSzPts val="1800"/>
              <a:buChar char="▫"/>
              <a:defRPr sz="1800"/>
            </a:lvl2pPr>
            <a:lvl3pPr indent="-342900" lvl="2" marL="1371600" rtl="0">
              <a:spcBef>
                <a:spcPts val="0"/>
              </a:spcBef>
              <a:spcAft>
                <a:spcPts val="0"/>
              </a:spcAft>
              <a:buSzPts val="1800"/>
              <a:buChar char="▫"/>
              <a:defRPr sz="1800"/>
            </a:lvl3pPr>
            <a:lvl4pPr indent="-342900" lvl="3" marL="1828800" rtl="0">
              <a:spcBef>
                <a:spcPts val="0"/>
              </a:spcBef>
              <a:spcAft>
                <a:spcPts val="0"/>
              </a:spcAft>
              <a:buSzPts val="1800"/>
              <a:buChar char="▫"/>
              <a:defRPr sz="1800"/>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90" name="Google Shape;390;p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1" name="Shape 391"/>
        <p:cNvGrpSpPr/>
        <p:nvPr/>
      </p:nvGrpSpPr>
      <p:grpSpPr>
        <a:xfrm>
          <a:off x="0" y="0"/>
          <a:ext cx="0" cy="0"/>
          <a:chOff x="0" y="0"/>
          <a:chExt cx="0" cy="0"/>
        </a:xfrm>
      </p:grpSpPr>
      <p:grpSp>
        <p:nvGrpSpPr>
          <p:cNvPr id="392" name="Google Shape;392;p9"/>
          <p:cNvGrpSpPr/>
          <p:nvPr/>
        </p:nvGrpSpPr>
        <p:grpSpPr>
          <a:xfrm>
            <a:off x="-207" y="0"/>
            <a:ext cx="9158157" cy="5149835"/>
            <a:chOff x="-207" y="0"/>
            <a:chExt cx="9158157" cy="5149835"/>
          </a:xfrm>
        </p:grpSpPr>
        <p:sp>
          <p:nvSpPr>
            <p:cNvPr id="393" name="Google Shape;393;p9"/>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9"/>
            <p:cNvSpPr/>
            <p:nvPr/>
          </p:nvSpPr>
          <p:spPr>
            <a:xfrm>
              <a:off x="322375" y="664300"/>
              <a:ext cx="81819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6" name="Google Shape;396;p9"/>
            <p:cNvGrpSpPr/>
            <p:nvPr/>
          </p:nvGrpSpPr>
          <p:grpSpPr>
            <a:xfrm>
              <a:off x="-207" y="664293"/>
              <a:ext cx="155867" cy="653721"/>
              <a:chOff x="5385375" y="498300"/>
              <a:chExt cx="802200" cy="556500"/>
            </a:xfrm>
          </p:grpSpPr>
          <p:sp>
            <p:nvSpPr>
              <p:cNvPr id="397" name="Google Shape;397;p9"/>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9"/>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9"/>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0" name="Google Shape;400;p9"/>
            <p:cNvGrpSpPr/>
            <p:nvPr/>
          </p:nvGrpSpPr>
          <p:grpSpPr>
            <a:xfrm>
              <a:off x="322384" y="4483463"/>
              <a:ext cx="666347" cy="666373"/>
              <a:chOff x="7134700" y="414375"/>
              <a:chExt cx="501919" cy="501900"/>
            </a:xfrm>
          </p:grpSpPr>
          <p:sp>
            <p:nvSpPr>
              <p:cNvPr id="401" name="Google Shape;401;p9"/>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9"/>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9"/>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9"/>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9"/>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9"/>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9"/>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9"/>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 name="Google Shape;417;p9"/>
            <p:cNvGrpSpPr/>
            <p:nvPr/>
          </p:nvGrpSpPr>
          <p:grpSpPr>
            <a:xfrm>
              <a:off x="8832384" y="670955"/>
              <a:ext cx="311815" cy="653721"/>
              <a:chOff x="5385375" y="498300"/>
              <a:chExt cx="802200" cy="556500"/>
            </a:xfrm>
          </p:grpSpPr>
          <p:sp>
            <p:nvSpPr>
              <p:cNvPr id="418" name="Google Shape;418;p9"/>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9"/>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1" name="Google Shape;421;p9"/>
          <p:cNvSpPr txBox="1"/>
          <p:nvPr>
            <p:ph type="title"/>
          </p:nvPr>
        </p:nvSpPr>
        <p:spPr>
          <a:xfrm>
            <a:off x="661100" y="664300"/>
            <a:ext cx="7843200" cy="653700"/>
          </a:xfrm>
          <a:prstGeom prst="rect">
            <a:avLst/>
          </a:prstGeom>
        </p:spPr>
        <p:txBody>
          <a:bodyPr anchorCtr="0" anchor="ctr" bIns="0" lIns="0" spcFirstLastPara="1" rIns="0" wrap="square" tIns="0">
            <a:noAutofit/>
          </a:bodyPr>
          <a:lstStyle>
            <a:lvl1pPr lvl="0" rtl="0">
              <a:spcBef>
                <a:spcPts val="0"/>
              </a:spcBef>
              <a:spcAft>
                <a:spcPts val="0"/>
              </a:spcAft>
              <a:buSzPts val="2600"/>
              <a:buNone/>
              <a:defRPr/>
            </a:lvl1pPr>
            <a:lvl2pPr lvl="1" rtl="0">
              <a:spcBef>
                <a:spcPts val="0"/>
              </a:spcBef>
              <a:spcAft>
                <a:spcPts val="0"/>
              </a:spcAft>
              <a:buSzPts val="2600"/>
              <a:buNone/>
              <a:defRPr/>
            </a:lvl2pPr>
            <a:lvl3pPr lvl="2" rtl="0">
              <a:spcBef>
                <a:spcPts val="0"/>
              </a:spcBef>
              <a:spcAft>
                <a:spcPts val="0"/>
              </a:spcAft>
              <a:buSzPts val="2600"/>
              <a:buNone/>
              <a:defRPr/>
            </a:lvl3pPr>
            <a:lvl4pPr lvl="3" rtl="0">
              <a:spcBef>
                <a:spcPts val="0"/>
              </a:spcBef>
              <a:spcAft>
                <a:spcPts val="0"/>
              </a:spcAft>
              <a:buSzPts val="2600"/>
              <a:buNone/>
              <a:defRPr/>
            </a:lvl4pPr>
            <a:lvl5pPr lvl="4" rtl="0">
              <a:spcBef>
                <a:spcPts val="0"/>
              </a:spcBef>
              <a:spcAft>
                <a:spcPts val="0"/>
              </a:spcAft>
              <a:buSzPts val="2600"/>
              <a:buNone/>
              <a:defRPr/>
            </a:lvl5pPr>
            <a:lvl6pPr lvl="5" rtl="0">
              <a:spcBef>
                <a:spcPts val="0"/>
              </a:spcBef>
              <a:spcAft>
                <a:spcPts val="0"/>
              </a:spcAft>
              <a:buSzPts val="2600"/>
              <a:buNone/>
              <a:defRPr/>
            </a:lvl6pPr>
            <a:lvl7pPr lvl="6" rtl="0">
              <a:spcBef>
                <a:spcPts val="0"/>
              </a:spcBef>
              <a:spcAft>
                <a:spcPts val="0"/>
              </a:spcAft>
              <a:buSzPts val="2600"/>
              <a:buNone/>
              <a:defRPr/>
            </a:lvl7pPr>
            <a:lvl8pPr lvl="7" rtl="0">
              <a:spcBef>
                <a:spcPts val="0"/>
              </a:spcBef>
              <a:spcAft>
                <a:spcPts val="0"/>
              </a:spcAft>
              <a:buSzPts val="2600"/>
              <a:buNone/>
              <a:defRPr/>
            </a:lvl8pPr>
            <a:lvl9pPr lvl="8" rtl="0">
              <a:spcBef>
                <a:spcPts val="0"/>
              </a:spcBef>
              <a:spcAft>
                <a:spcPts val="0"/>
              </a:spcAft>
              <a:buSzPts val="2600"/>
              <a:buNone/>
              <a:defRPr/>
            </a:lvl9pPr>
          </a:lstStyle>
          <a:p/>
        </p:txBody>
      </p:sp>
      <p:sp>
        <p:nvSpPr>
          <p:cNvPr id="422" name="Google Shape;422;p9"/>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3" name="Shape 423"/>
        <p:cNvGrpSpPr/>
        <p:nvPr/>
      </p:nvGrpSpPr>
      <p:grpSpPr>
        <a:xfrm>
          <a:off x="0" y="0"/>
          <a:ext cx="0" cy="0"/>
          <a:chOff x="0" y="0"/>
          <a:chExt cx="0" cy="0"/>
        </a:xfrm>
      </p:grpSpPr>
      <p:sp>
        <p:nvSpPr>
          <p:cNvPr id="424" name="Google Shape;424;p10"/>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0"/>
          <p:cNvSpPr/>
          <p:nvPr/>
        </p:nvSpPr>
        <p:spPr>
          <a:xfrm>
            <a:off x="0" y="0"/>
            <a:ext cx="6537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0"/>
          <p:cNvSpPr/>
          <p:nvPr/>
        </p:nvSpPr>
        <p:spPr>
          <a:xfrm>
            <a:off x="322375" y="4489799"/>
            <a:ext cx="7524000" cy="3312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7" name="Google Shape;427;p10"/>
          <p:cNvGrpSpPr/>
          <p:nvPr/>
        </p:nvGrpSpPr>
        <p:grpSpPr>
          <a:xfrm>
            <a:off x="-207" y="664293"/>
            <a:ext cx="155867" cy="653721"/>
            <a:chOff x="5385375" y="498300"/>
            <a:chExt cx="802200" cy="556500"/>
          </a:xfrm>
        </p:grpSpPr>
        <p:sp>
          <p:nvSpPr>
            <p:cNvPr id="428" name="Google Shape;428;p10"/>
            <p:cNvSpPr/>
            <p:nvPr/>
          </p:nvSpPr>
          <p:spPr>
            <a:xfrm>
              <a:off x="5385375" y="4983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0"/>
            <p:cNvSpPr/>
            <p:nvPr/>
          </p:nvSpPr>
          <p:spPr>
            <a:xfrm>
              <a:off x="5385375" y="7269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0"/>
            <p:cNvSpPr/>
            <p:nvPr/>
          </p:nvSpPr>
          <p:spPr>
            <a:xfrm>
              <a:off x="5385375" y="9555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 name="Google Shape;431;p10"/>
          <p:cNvGrpSpPr/>
          <p:nvPr/>
        </p:nvGrpSpPr>
        <p:grpSpPr>
          <a:xfrm>
            <a:off x="322384" y="657975"/>
            <a:ext cx="666347" cy="666373"/>
            <a:chOff x="7134700" y="414375"/>
            <a:chExt cx="501919" cy="501900"/>
          </a:xfrm>
        </p:grpSpPr>
        <p:sp>
          <p:nvSpPr>
            <p:cNvPr id="432" name="Google Shape;432;p10"/>
            <p:cNvSpPr/>
            <p:nvPr/>
          </p:nvSpPr>
          <p:spPr>
            <a:xfrm>
              <a:off x="71347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0"/>
            <p:cNvSpPr/>
            <p:nvPr/>
          </p:nvSpPr>
          <p:spPr>
            <a:xfrm>
              <a:off x="72871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0"/>
            <p:cNvSpPr/>
            <p:nvPr/>
          </p:nvSpPr>
          <p:spPr>
            <a:xfrm>
              <a:off x="74395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0"/>
            <p:cNvSpPr/>
            <p:nvPr/>
          </p:nvSpPr>
          <p:spPr>
            <a:xfrm>
              <a:off x="71347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0"/>
            <p:cNvSpPr/>
            <p:nvPr/>
          </p:nvSpPr>
          <p:spPr>
            <a:xfrm>
              <a:off x="72871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0"/>
            <p:cNvSpPr/>
            <p:nvPr/>
          </p:nvSpPr>
          <p:spPr>
            <a:xfrm>
              <a:off x="74395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0"/>
            <p:cNvSpPr/>
            <p:nvPr/>
          </p:nvSpPr>
          <p:spPr>
            <a:xfrm>
              <a:off x="71347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0"/>
            <p:cNvSpPr/>
            <p:nvPr/>
          </p:nvSpPr>
          <p:spPr>
            <a:xfrm>
              <a:off x="72871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0"/>
            <p:cNvSpPr/>
            <p:nvPr/>
          </p:nvSpPr>
          <p:spPr>
            <a:xfrm>
              <a:off x="74395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0"/>
            <p:cNvSpPr/>
            <p:nvPr/>
          </p:nvSpPr>
          <p:spPr>
            <a:xfrm>
              <a:off x="71347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0"/>
            <p:cNvSpPr/>
            <p:nvPr/>
          </p:nvSpPr>
          <p:spPr>
            <a:xfrm>
              <a:off x="72871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0"/>
            <p:cNvSpPr/>
            <p:nvPr/>
          </p:nvSpPr>
          <p:spPr>
            <a:xfrm>
              <a:off x="74395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0"/>
            <p:cNvSpPr/>
            <p:nvPr/>
          </p:nvSpPr>
          <p:spPr>
            <a:xfrm>
              <a:off x="75919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0"/>
            <p:cNvSpPr/>
            <p:nvPr/>
          </p:nvSpPr>
          <p:spPr>
            <a:xfrm>
              <a:off x="75919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0"/>
            <p:cNvSpPr/>
            <p:nvPr/>
          </p:nvSpPr>
          <p:spPr>
            <a:xfrm>
              <a:off x="75919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0"/>
            <p:cNvSpPr/>
            <p:nvPr/>
          </p:nvSpPr>
          <p:spPr>
            <a:xfrm>
              <a:off x="7591919"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8" name="Google Shape;448;p10"/>
          <p:cNvGrpSpPr/>
          <p:nvPr/>
        </p:nvGrpSpPr>
        <p:grpSpPr>
          <a:xfrm>
            <a:off x="8832384" y="670955"/>
            <a:ext cx="311815" cy="653721"/>
            <a:chOff x="5385375" y="498300"/>
            <a:chExt cx="802200" cy="556500"/>
          </a:xfrm>
        </p:grpSpPr>
        <p:sp>
          <p:nvSpPr>
            <p:cNvPr id="449" name="Google Shape;449;p10"/>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0"/>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0"/>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2" name="Google Shape;452;p10"/>
          <p:cNvSpPr txBox="1"/>
          <p:nvPr>
            <p:ph idx="1" type="body"/>
          </p:nvPr>
        </p:nvSpPr>
        <p:spPr>
          <a:xfrm>
            <a:off x="650725" y="4489800"/>
            <a:ext cx="7195800" cy="331200"/>
          </a:xfrm>
          <a:prstGeom prst="rect">
            <a:avLst/>
          </a:prstGeom>
        </p:spPr>
        <p:txBody>
          <a:bodyPr anchorCtr="0" anchor="ctr" bIns="0" lIns="0" spcFirstLastPara="1" rIns="0" wrap="square" tIns="0">
            <a:noAutofit/>
          </a:bodyPr>
          <a:lstStyle>
            <a:lvl1pPr indent="-228600" lvl="0" marL="457200" rtl="0">
              <a:spcBef>
                <a:spcPts val="360"/>
              </a:spcBef>
              <a:spcAft>
                <a:spcPts val="0"/>
              </a:spcAft>
              <a:buSzPts val="1400"/>
              <a:buNone/>
              <a:defRPr sz="1400"/>
            </a:lvl1pPr>
          </a:lstStyle>
          <a:p/>
        </p:txBody>
      </p:sp>
      <p:sp>
        <p:nvSpPr>
          <p:cNvPr id="453" name="Google Shape;453;p10"/>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variant 1" type="blank">
  <p:cSld name="BLANK">
    <p:spTree>
      <p:nvGrpSpPr>
        <p:cNvPr id="454" name="Shape 454"/>
        <p:cNvGrpSpPr/>
        <p:nvPr/>
      </p:nvGrpSpPr>
      <p:grpSpPr>
        <a:xfrm>
          <a:off x="0" y="0"/>
          <a:ext cx="0" cy="0"/>
          <a:chOff x="0" y="0"/>
          <a:chExt cx="0" cy="0"/>
        </a:xfrm>
      </p:grpSpPr>
      <p:grpSp>
        <p:nvGrpSpPr>
          <p:cNvPr id="455" name="Google Shape;455;p11"/>
          <p:cNvGrpSpPr/>
          <p:nvPr/>
        </p:nvGrpSpPr>
        <p:grpSpPr>
          <a:xfrm>
            <a:off x="-207" y="0"/>
            <a:ext cx="9158157" cy="5149835"/>
            <a:chOff x="-207" y="0"/>
            <a:chExt cx="9158157" cy="5149835"/>
          </a:xfrm>
        </p:grpSpPr>
        <p:sp>
          <p:nvSpPr>
            <p:cNvPr id="456" name="Google Shape;456;p11"/>
            <p:cNvSpPr/>
            <p:nvPr/>
          </p:nvSpPr>
          <p:spPr>
            <a:xfrm>
              <a:off x="8504250" y="4489800"/>
              <a:ext cx="653700" cy="65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1"/>
            <p:cNvSpPr/>
            <p:nvPr/>
          </p:nvSpPr>
          <p:spPr>
            <a:xfrm>
              <a:off x="0" y="0"/>
              <a:ext cx="653700" cy="5143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 name="Google Shape;458;p11"/>
            <p:cNvGrpSpPr/>
            <p:nvPr/>
          </p:nvGrpSpPr>
          <p:grpSpPr>
            <a:xfrm>
              <a:off x="-207" y="664293"/>
              <a:ext cx="155867" cy="653721"/>
              <a:chOff x="5385375" y="498300"/>
              <a:chExt cx="802200" cy="556500"/>
            </a:xfrm>
          </p:grpSpPr>
          <p:sp>
            <p:nvSpPr>
              <p:cNvPr id="459" name="Google Shape;459;p11"/>
              <p:cNvSpPr/>
              <p:nvPr/>
            </p:nvSpPr>
            <p:spPr>
              <a:xfrm>
                <a:off x="5385375" y="4983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5385375" y="7269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5385375" y="955500"/>
                <a:ext cx="802200" cy="99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2" name="Google Shape;462;p11"/>
            <p:cNvGrpSpPr/>
            <p:nvPr/>
          </p:nvGrpSpPr>
          <p:grpSpPr>
            <a:xfrm>
              <a:off x="322384" y="4483463"/>
              <a:ext cx="666347" cy="666373"/>
              <a:chOff x="7134700" y="414375"/>
              <a:chExt cx="501919" cy="501900"/>
            </a:xfrm>
          </p:grpSpPr>
          <p:sp>
            <p:nvSpPr>
              <p:cNvPr id="463" name="Google Shape;463;p11"/>
              <p:cNvSpPr/>
              <p:nvPr/>
            </p:nvSpPr>
            <p:spPr>
              <a:xfrm>
                <a:off x="71347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1"/>
              <p:cNvSpPr/>
              <p:nvPr/>
            </p:nvSpPr>
            <p:spPr>
              <a:xfrm>
                <a:off x="72871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1"/>
              <p:cNvSpPr/>
              <p:nvPr/>
            </p:nvSpPr>
            <p:spPr>
              <a:xfrm>
                <a:off x="74395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71347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72871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74395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a:off x="71347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1"/>
              <p:cNvSpPr/>
              <p:nvPr/>
            </p:nvSpPr>
            <p:spPr>
              <a:xfrm>
                <a:off x="72871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1"/>
              <p:cNvSpPr/>
              <p:nvPr/>
            </p:nvSpPr>
            <p:spPr>
              <a:xfrm>
                <a:off x="74395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1"/>
              <p:cNvSpPr/>
              <p:nvPr/>
            </p:nvSpPr>
            <p:spPr>
              <a:xfrm>
                <a:off x="71347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1"/>
              <p:cNvSpPr/>
              <p:nvPr/>
            </p:nvSpPr>
            <p:spPr>
              <a:xfrm>
                <a:off x="72871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7439500"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7591900" y="4143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7591900" y="5667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a:off x="7591900" y="7191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1"/>
              <p:cNvSpPr/>
              <p:nvPr/>
            </p:nvSpPr>
            <p:spPr>
              <a:xfrm>
                <a:off x="7591919" y="871575"/>
                <a:ext cx="44700" cy="44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11"/>
            <p:cNvGrpSpPr/>
            <p:nvPr/>
          </p:nvGrpSpPr>
          <p:grpSpPr>
            <a:xfrm>
              <a:off x="8832384" y="670955"/>
              <a:ext cx="311815" cy="653721"/>
              <a:chOff x="5385375" y="498300"/>
              <a:chExt cx="802200" cy="556500"/>
            </a:xfrm>
          </p:grpSpPr>
          <p:sp>
            <p:nvSpPr>
              <p:cNvPr id="480" name="Google Shape;480;p11"/>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1"/>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83" name="Google Shape;483;p11"/>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variant 2">
  <p:cSld name="BLANK_1">
    <p:spTree>
      <p:nvGrpSpPr>
        <p:cNvPr id="484" name="Shape 484"/>
        <p:cNvGrpSpPr/>
        <p:nvPr/>
      </p:nvGrpSpPr>
      <p:grpSpPr>
        <a:xfrm>
          <a:off x="0" y="0"/>
          <a:ext cx="0" cy="0"/>
          <a:chOff x="0" y="0"/>
          <a:chExt cx="0" cy="0"/>
        </a:xfrm>
      </p:grpSpPr>
      <p:sp>
        <p:nvSpPr>
          <p:cNvPr id="485" name="Google Shape;485;p12"/>
          <p:cNvSpPr/>
          <p:nvPr/>
        </p:nvSpPr>
        <p:spPr>
          <a:xfrm>
            <a:off x="8490504" y="4489800"/>
            <a:ext cx="653700" cy="653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2"/>
          <p:cNvSpPr/>
          <p:nvPr/>
        </p:nvSpPr>
        <p:spPr>
          <a:xfrm>
            <a:off x="0" y="0"/>
            <a:ext cx="6537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7" name="Google Shape;487;p12"/>
          <p:cNvGrpSpPr/>
          <p:nvPr/>
        </p:nvGrpSpPr>
        <p:grpSpPr>
          <a:xfrm>
            <a:off x="-207" y="664293"/>
            <a:ext cx="155867" cy="653721"/>
            <a:chOff x="5385375" y="498300"/>
            <a:chExt cx="802200" cy="556500"/>
          </a:xfrm>
        </p:grpSpPr>
        <p:sp>
          <p:nvSpPr>
            <p:cNvPr id="488" name="Google Shape;488;p12"/>
            <p:cNvSpPr/>
            <p:nvPr/>
          </p:nvSpPr>
          <p:spPr>
            <a:xfrm>
              <a:off x="5385375" y="4983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2"/>
            <p:cNvSpPr/>
            <p:nvPr/>
          </p:nvSpPr>
          <p:spPr>
            <a:xfrm>
              <a:off x="5385375" y="7269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2"/>
            <p:cNvSpPr/>
            <p:nvPr/>
          </p:nvSpPr>
          <p:spPr>
            <a:xfrm>
              <a:off x="5385375" y="955500"/>
              <a:ext cx="802200" cy="993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1" name="Google Shape;491;p12"/>
          <p:cNvGrpSpPr/>
          <p:nvPr/>
        </p:nvGrpSpPr>
        <p:grpSpPr>
          <a:xfrm>
            <a:off x="322384" y="657975"/>
            <a:ext cx="666347" cy="666373"/>
            <a:chOff x="7134700" y="414375"/>
            <a:chExt cx="501919" cy="501900"/>
          </a:xfrm>
        </p:grpSpPr>
        <p:sp>
          <p:nvSpPr>
            <p:cNvPr id="492" name="Google Shape;492;p12"/>
            <p:cNvSpPr/>
            <p:nvPr/>
          </p:nvSpPr>
          <p:spPr>
            <a:xfrm>
              <a:off x="71347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2"/>
            <p:cNvSpPr/>
            <p:nvPr/>
          </p:nvSpPr>
          <p:spPr>
            <a:xfrm>
              <a:off x="72871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2"/>
            <p:cNvSpPr/>
            <p:nvPr/>
          </p:nvSpPr>
          <p:spPr>
            <a:xfrm>
              <a:off x="74395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2"/>
            <p:cNvSpPr/>
            <p:nvPr/>
          </p:nvSpPr>
          <p:spPr>
            <a:xfrm>
              <a:off x="71347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2"/>
            <p:cNvSpPr/>
            <p:nvPr/>
          </p:nvSpPr>
          <p:spPr>
            <a:xfrm>
              <a:off x="72871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2"/>
            <p:cNvSpPr/>
            <p:nvPr/>
          </p:nvSpPr>
          <p:spPr>
            <a:xfrm>
              <a:off x="74395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2"/>
            <p:cNvSpPr/>
            <p:nvPr/>
          </p:nvSpPr>
          <p:spPr>
            <a:xfrm>
              <a:off x="71347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2"/>
            <p:cNvSpPr/>
            <p:nvPr/>
          </p:nvSpPr>
          <p:spPr>
            <a:xfrm>
              <a:off x="72871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2"/>
            <p:cNvSpPr/>
            <p:nvPr/>
          </p:nvSpPr>
          <p:spPr>
            <a:xfrm>
              <a:off x="74395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2"/>
            <p:cNvSpPr/>
            <p:nvPr/>
          </p:nvSpPr>
          <p:spPr>
            <a:xfrm>
              <a:off x="71347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2"/>
            <p:cNvSpPr/>
            <p:nvPr/>
          </p:nvSpPr>
          <p:spPr>
            <a:xfrm>
              <a:off x="72871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2"/>
            <p:cNvSpPr/>
            <p:nvPr/>
          </p:nvSpPr>
          <p:spPr>
            <a:xfrm>
              <a:off x="7439500"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2"/>
            <p:cNvSpPr/>
            <p:nvPr/>
          </p:nvSpPr>
          <p:spPr>
            <a:xfrm>
              <a:off x="7591900" y="4143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2"/>
            <p:cNvSpPr/>
            <p:nvPr/>
          </p:nvSpPr>
          <p:spPr>
            <a:xfrm>
              <a:off x="7591900" y="5667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2"/>
            <p:cNvSpPr/>
            <p:nvPr/>
          </p:nvSpPr>
          <p:spPr>
            <a:xfrm>
              <a:off x="7591900" y="7191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2"/>
            <p:cNvSpPr/>
            <p:nvPr/>
          </p:nvSpPr>
          <p:spPr>
            <a:xfrm>
              <a:off x="7591919" y="871575"/>
              <a:ext cx="44700" cy="44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 name="Google Shape;508;p12"/>
          <p:cNvGrpSpPr/>
          <p:nvPr/>
        </p:nvGrpSpPr>
        <p:grpSpPr>
          <a:xfrm>
            <a:off x="8832384" y="670955"/>
            <a:ext cx="311815" cy="653721"/>
            <a:chOff x="5385375" y="498300"/>
            <a:chExt cx="802200" cy="556500"/>
          </a:xfrm>
        </p:grpSpPr>
        <p:sp>
          <p:nvSpPr>
            <p:cNvPr id="509" name="Google Shape;509;p12"/>
            <p:cNvSpPr/>
            <p:nvPr/>
          </p:nvSpPr>
          <p:spPr>
            <a:xfrm>
              <a:off x="5385375" y="4983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2"/>
            <p:cNvSpPr/>
            <p:nvPr/>
          </p:nvSpPr>
          <p:spPr>
            <a:xfrm>
              <a:off x="5385375" y="7269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2"/>
            <p:cNvSpPr/>
            <p:nvPr/>
          </p:nvSpPr>
          <p:spPr>
            <a:xfrm>
              <a:off x="5385375" y="955500"/>
              <a:ext cx="802200" cy="99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 name="Google Shape;512;p12"/>
          <p:cNvSpPr txBox="1"/>
          <p:nvPr>
            <p:ph idx="12" type="sldNum"/>
          </p:nvPr>
        </p:nvSpPr>
        <p:spPr>
          <a:xfrm>
            <a:off x="8490504" y="4489800"/>
            <a:ext cx="653700" cy="653700"/>
          </a:xfrm>
          <a:prstGeom prst="rect">
            <a:avLst/>
          </a:prstGeom>
        </p:spPr>
        <p:txBody>
          <a:bodyPr anchorCtr="0" anchor="ctr" bIns="0" lIns="0" spcFirstLastPara="1" rIns="0" wrap="square" tIns="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61100" y="664300"/>
            <a:ext cx="7843200" cy="653700"/>
          </a:xfrm>
          <a:prstGeom prst="rect">
            <a:avLst/>
          </a:prstGeom>
          <a:noFill/>
          <a:ln>
            <a:noFill/>
          </a:ln>
        </p:spPr>
        <p:txBody>
          <a:bodyPr anchorCtr="0" anchor="ctr" bIns="0" lIns="0" spcFirstLastPara="1" rIns="0" wrap="square" tIns="0">
            <a:noAutofit/>
          </a:bodyPr>
          <a:lstStyle>
            <a:lvl1pPr lvl="0"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1pPr>
            <a:lvl2pPr lvl="1"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2pPr>
            <a:lvl3pPr lvl="2"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3pPr>
            <a:lvl4pPr lvl="3"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4pPr>
            <a:lvl5pPr lvl="4"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5pPr>
            <a:lvl6pPr lvl="5"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6pPr>
            <a:lvl7pPr lvl="6"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7pPr>
            <a:lvl8pPr lvl="7"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8pPr>
            <a:lvl9pPr lvl="8" rtl="0">
              <a:lnSpc>
                <a:spcPct val="90000"/>
              </a:lnSpc>
              <a:spcBef>
                <a:spcPts val="0"/>
              </a:spcBef>
              <a:spcAft>
                <a:spcPts val="0"/>
              </a:spcAft>
              <a:buClr>
                <a:schemeClr val="lt1"/>
              </a:buClr>
              <a:buSzPts val="2600"/>
              <a:buFont typeface="Barlow SemiBold"/>
              <a:buNone/>
              <a:defRPr sz="2600">
                <a:solidFill>
                  <a:schemeClr val="lt1"/>
                </a:solidFill>
                <a:latin typeface="Barlow SemiBold"/>
                <a:ea typeface="Barlow SemiBold"/>
                <a:cs typeface="Barlow SemiBold"/>
                <a:sym typeface="Barlow SemiBold"/>
              </a:defRPr>
            </a:lvl9pPr>
          </a:lstStyle>
          <a:p/>
        </p:txBody>
      </p:sp>
      <p:sp>
        <p:nvSpPr>
          <p:cNvPr id="7" name="Google Shape;7;p1"/>
          <p:cNvSpPr txBox="1"/>
          <p:nvPr>
            <p:ph idx="1" type="body"/>
          </p:nvPr>
        </p:nvSpPr>
        <p:spPr>
          <a:xfrm>
            <a:off x="1314800" y="1599700"/>
            <a:ext cx="7189500" cy="2886000"/>
          </a:xfrm>
          <a:prstGeom prst="rect">
            <a:avLst/>
          </a:prstGeom>
          <a:noFill/>
          <a:ln>
            <a:noFill/>
          </a:ln>
        </p:spPr>
        <p:txBody>
          <a:bodyPr anchorCtr="0" anchor="t" bIns="0" lIns="0" spcFirstLastPara="1" rIns="0" wrap="square" tIns="0">
            <a:noAutofit/>
          </a:bodyPr>
          <a:lstStyle>
            <a:lvl1pPr indent="-381000" lvl="0" marL="457200" rtl="0">
              <a:lnSpc>
                <a:spcPct val="115000"/>
              </a:lnSpc>
              <a:spcBef>
                <a:spcPts val="60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1pPr>
            <a:lvl2pPr indent="-381000" lvl="1" marL="914400" rtl="0">
              <a:lnSpc>
                <a:spcPct val="115000"/>
              </a:lnSpc>
              <a:spcBef>
                <a:spcPts val="0"/>
              </a:spcBef>
              <a:spcAft>
                <a:spcPts val="0"/>
              </a:spcAft>
              <a:buClr>
                <a:schemeClr val="accent1"/>
              </a:buClr>
              <a:buSzPts val="2400"/>
              <a:buFont typeface="Barlow Light"/>
              <a:buChar char="▫"/>
              <a:defRPr sz="2400">
                <a:solidFill>
                  <a:schemeClr val="dk1"/>
                </a:solidFill>
                <a:latin typeface="Barlow Light"/>
                <a:ea typeface="Barlow Light"/>
                <a:cs typeface="Barlow Light"/>
                <a:sym typeface="Barlow Light"/>
              </a:defRPr>
            </a:lvl2pPr>
            <a:lvl3pPr indent="-381000" lvl="2" marL="13716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3pPr>
            <a:lvl4pPr indent="-381000" lvl="3" marL="18288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4pPr>
            <a:lvl5pPr indent="-381000" lvl="4" marL="22860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5pPr>
            <a:lvl6pPr indent="-381000" lvl="5" marL="27432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6pPr>
            <a:lvl7pPr indent="-381000" lvl="6" marL="32004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7pPr>
            <a:lvl8pPr indent="-381000" lvl="7" marL="36576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8pPr>
            <a:lvl9pPr indent="-381000" lvl="8" marL="4114800" rtl="0">
              <a:lnSpc>
                <a:spcPct val="115000"/>
              </a:lnSpc>
              <a:spcBef>
                <a:spcPts val="0"/>
              </a:spcBef>
              <a:spcAft>
                <a:spcPts val="0"/>
              </a:spcAft>
              <a:buClr>
                <a:schemeClr val="dk2"/>
              </a:buClr>
              <a:buSzPts val="2400"/>
              <a:buFont typeface="Barlow Light"/>
              <a:buChar char="▫"/>
              <a:defRPr sz="2400">
                <a:solidFill>
                  <a:schemeClr val="dk1"/>
                </a:solidFill>
                <a:latin typeface="Barlow Light"/>
                <a:ea typeface="Barlow Light"/>
                <a:cs typeface="Barlow Light"/>
                <a:sym typeface="Barlow Light"/>
              </a:defRPr>
            </a:lvl9pPr>
          </a:lstStyle>
          <a:p/>
        </p:txBody>
      </p:sp>
      <p:sp>
        <p:nvSpPr>
          <p:cNvPr id="8" name="Google Shape;8;p1"/>
          <p:cNvSpPr txBox="1"/>
          <p:nvPr>
            <p:ph idx="12" type="sldNum"/>
          </p:nvPr>
        </p:nvSpPr>
        <p:spPr>
          <a:xfrm>
            <a:off x="8504254" y="4489800"/>
            <a:ext cx="653700" cy="653700"/>
          </a:xfrm>
          <a:prstGeom prst="rect">
            <a:avLst/>
          </a:prstGeom>
          <a:noFill/>
          <a:ln>
            <a:noFill/>
          </a:ln>
        </p:spPr>
        <p:txBody>
          <a:bodyPr anchorCtr="0" anchor="ctr" bIns="0" lIns="0" spcFirstLastPara="1" rIns="0" wrap="square" tIns="0">
            <a:noAutofit/>
          </a:bodyPr>
          <a:lstStyle>
            <a:lvl1pPr lvl="0" rtl="0" algn="ctr">
              <a:buNone/>
              <a:defRPr sz="1300">
                <a:solidFill>
                  <a:schemeClr val="accent1"/>
                </a:solidFill>
                <a:latin typeface="Barlow Light"/>
                <a:ea typeface="Barlow Light"/>
                <a:cs typeface="Barlow Light"/>
                <a:sym typeface="Barlow Light"/>
              </a:defRPr>
            </a:lvl1pPr>
            <a:lvl2pPr lvl="1" rtl="0" algn="ctr">
              <a:buNone/>
              <a:defRPr sz="1300">
                <a:solidFill>
                  <a:schemeClr val="accent1"/>
                </a:solidFill>
                <a:latin typeface="Barlow Light"/>
                <a:ea typeface="Barlow Light"/>
                <a:cs typeface="Barlow Light"/>
                <a:sym typeface="Barlow Light"/>
              </a:defRPr>
            </a:lvl2pPr>
            <a:lvl3pPr lvl="2" rtl="0" algn="ctr">
              <a:buNone/>
              <a:defRPr sz="1300">
                <a:solidFill>
                  <a:schemeClr val="accent1"/>
                </a:solidFill>
                <a:latin typeface="Barlow Light"/>
                <a:ea typeface="Barlow Light"/>
                <a:cs typeface="Barlow Light"/>
                <a:sym typeface="Barlow Light"/>
              </a:defRPr>
            </a:lvl3pPr>
            <a:lvl4pPr lvl="3" rtl="0" algn="ctr">
              <a:buNone/>
              <a:defRPr sz="1300">
                <a:solidFill>
                  <a:schemeClr val="accent1"/>
                </a:solidFill>
                <a:latin typeface="Barlow Light"/>
                <a:ea typeface="Barlow Light"/>
                <a:cs typeface="Barlow Light"/>
                <a:sym typeface="Barlow Light"/>
              </a:defRPr>
            </a:lvl4pPr>
            <a:lvl5pPr lvl="4" rtl="0" algn="ctr">
              <a:buNone/>
              <a:defRPr sz="1300">
                <a:solidFill>
                  <a:schemeClr val="accent1"/>
                </a:solidFill>
                <a:latin typeface="Barlow Light"/>
                <a:ea typeface="Barlow Light"/>
                <a:cs typeface="Barlow Light"/>
                <a:sym typeface="Barlow Light"/>
              </a:defRPr>
            </a:lvl5pPr>
            <a:lvl6pPr lvl="5" rtl="0" algn="ctr">
              <a:buNone/>
              <a:defRPr sz="1300">
                <a:solidFill>
                  <a:schemeClr val="accent1"/>
                </a:solidFill>
                <a:latin typeface="Barlow Light"/>
                <a:ea typeface="Barlow Light"/>
                <a:cs typeface="Barlow Light"/>
                <a:sym typeface="Barlow Light"/>
              </a:defRPr>
            </a:lvl6pPr>
            <a:lvl7pPr lvl="6" rtl="0" algn="ctr">
              <a:buNone/>
              <a:defRPr sz="1300">
                <a:solidFill>
                  <a:schemeClr val="accent1"/>
                </a:solidFill>
                <a:latin typeface="Barlow Light"/>
                <a:ea typeface="Barlow Light"/>
                <a:cs typeface="Barlow Light"/>
                <a:sym typeface="Barlow Light"/>
              </a:defRPr>
            </a:lvl7pPr>
            <a:lvl8pPr lvl="7" rtl="0" algn="ctr">
              <a:buNone/>
              <a:defRPr sz="1300">
                <a:solidFill>
                  <a:schemeClr val="accent1"/>
                </a:solidFill>
                <a:latin typeface="Barlow Light"/>
                <a:ea typeface="Barlow Light"/>
                <a:cs typeface="Barlow Light"/>
                <a:sym typeface="Barlow Light"/>
              </a:defRPr>
            </a:lvl8pPr>
            <a:lvl9pPr lvl="8" rtl="0" algn="ctr">
              <a:buNone/>
              <a:defRPr sz="1300">
                <a:solidFill>
                  <a:schemeClr val="accent1"/>
                </a:solidFill>
                <a:latin typeface="Barlow Light"/>
                <a:ea typeface="Barlow Light"/>
                <a:cs typeface="Barlow Light"/>
                <a:sym typeface="Barlow Light"/>
              </a:defRPr>
            </a:lvl9pPr>
          </a:lstStyle>
          <a:p>
            <a:pPr indent="0" lvl="0" marL="0" rtl="0" algn="ct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5.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3.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26.png"/><Relationship Id="rId7"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2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20.png"/><Relationship Id="rId5" Type="http://schemas.openxmlformats.org/officeDocument/2006/relationships/image" Target="../media/image19.png"/><Relationship Id="rId6" Type="http://schemas.openxmlformats.org/officeDocument/2006/relationships/image" Target="../media/image22.png"/><Relationship Id="rId7"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13"/>
          <p:cNvSpPr txBox="1"/>
          <p:nvPr>
            <p:ph type="ctrTitle"/>
          </p:nvPr>
        </p:nvSpPr>
        <p:spPr>
          <a:xfrm>
            <a:off x="685800" y="1541675"/>
            <a:ext cx="6107100" cy="20601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2.1 </a:t>
            </a:r>
            <a:endParaRPr/>
          </a:p>
          <a:p>
            <a:pPr indent="0" lvl="0" marL="0" rtl="0" algn="l">
              <a:spcBef>
                <a:spcPts val="0"/>
              </a:spcBef>
              <a:spcAft>
                <a:spcPts val="0"/>
              </a:spcAft>
              <a:buNone/>
            </a:pPr>
            <a:r>
              <a:rPr lang="en"/>
              <a:t>Population Distribution &amp; Density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14"/>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 and Essential Learning </a:t>
            </a:r>
            <a:endParaRPr/>
          </a:p>
        </p:txBody>
      </p:sp>
      <p:sp>
        <p:nvSpPr>
          <p:cNvPr id="523" name="Google Shape;523;p14"/>
          <p:cNvSpPr txBox="1"/>
          <p:nvPr>
            <p:ph idx="1" type="body"/>
          </p:nvPr>
        </p:nvSpPr>
        <p:spPr>
          <a:xfrm>
            <a:off x="834450" y="1442050"/>
            <a:ext cx="6981900" cy="30438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000"/>
              <a:t>2.1.1  Identify the factors that influence the distribution of population at different scales. </a:t>
            </a:r>
            <a:endParaRPr sz="2000"/>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A1. </a:t>
            </a:r>
            <a:r>
              <a:rPr lang="en" sz="1100">
                <a:solidFill>
                  <a:srgbClr val="000000"/>
                </a:solidFill>
                <a:latin typeface="Century Gothic"/>
                <a:ea typeface="Century Gothic"/>
                <a:cs typeface="Century Gothic"/>
                <a:sym typeface="Century Gothic"/>
              </a:rPr>
              <a:t>Physical features (e.g. climate, landforms, water bodies) and human factors (e.g. culture, economics, history, politics) influence the distribution of population.</a:t>
            </a:r>
            <a:endParaRPr sz="1100">
              <a:solidFill>
                <a:srgbClr val="000000"/>
              </a:solidFill>
              <a:latin typeface="Century Gothic"/>
              <a:ea typeface="Century Gothic"/>
              <a:cs typeface="Century Gothic"/>
              <a:sym typeface="Century Gothic"/>
            </a:endParaRPr>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A2. Factors that illustrate patterns of population distribution vary according to the scale of analysis.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spcBef>
                <a:spcPts val="600"/>
              </a:spcBef>
              <a:spcAft>
                <a:spcPts val="0"/>
              </a:spcAft>
              <a:buNone/>
            </a:pPr>
            <a:r>
              <a:rPr lang="en" sz="2000"/>
              <a:t>2.1.2 Define and explain the differences between the methods geographers use to calculate population density.  </a:t>
            </a:r>
            <a:endParaRPr sz="2000"/>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B. The three methods for calculating population density are arithmetic, physiological, and agricultural. </a:t>
            </a:r>
            <a:endParaRPr sz="1100">
              <a:solidFill>
                <a:srgbClr val="000000"/>
              </a:solidFill>
              <a:latin typeface="Century Gothic"/>
              <a:ea typeface="Century Gothic"/>
              <a:cs typeface="Century Gothic"/>
              <a:sym typeface="Century Gothic"/>
            </a:endParaRPr>
          </a:p>
          <a:p>
            <a:pPr indent="-342900" lvl="0" marL="914400" rtl="0" algn="l">
              <a:lnSpc>
                <a:spcPct val="100000"/>
              </a:lnSpc>
              <a:spcBef>
                <a:spcPts val="0"/>
              </a:spcBef>
              <a:spcAft>
                <a:spcPts val="0"/>
              </a:spcAft>
              <a:buSzPts val="1800"/>
              <a:buChar char="●"/>
            </a:pPr>
            <a:r>
              <a:rPr lang="en" sz="1100">
                <a:solidFill>
                  <a:srgbClr val="000000"/>
                </a:solidFill>
                <a:latin typeface="Century Gothic"/>
                <a:ea typeface="Century Gothic"/>
                <a:cs typeface="Century Gothic"/>
                <a:sym typeface="Century Gothic"/>
              </a:rPr>
              <a:t>C.  The method used to calculate population density reveals different information about the pressure the population exerts on the land. </a:t>
            </a:r>
            <a:endParaRPr sz="1100">
              <a:solidFill>
                <a:srgbClr val="000000"/>
              </a:solidFill>
              <a:latin typeface="Century Gothic"/>
              <a:ea typeface="Century Gothic"/>
              <a:cs typeface="Century Gothic"/>
              <a:sym typeface="Century Gothic"/>
            </a:endParaRPr>
          </a:p>
          <a:p>
            <a:pPr indent="0" lvl="0" marL="0" rtl="0" algn="l">
              <a:spcBef>
                <a:spcPts val="600"/>
              </a:spcBef>
              <a:spcAft>
                <a:spcPts val="0"/>
              </a:spcAft>
              <a:buNone/>
            </a:pPr>
            <a:r>
              <a:t/>
            </a:r>
            <a:endParaRPr sz="2000"/>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p:txBody>
      </p:sp>
      <p:sp>
        <p:nvSpPr>
          <p:cNvPr id="524" name="Google Shape;524;p14"/>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25" name="Google Shape;525;p14"/>
          <p:cNvPicPr preferRelativeResize="0"/>
          <p:nvPr/>
        </p:nvPicPr>
        <p:blipFill>
          <a:blip r:embed="rId3">
            <a:alphaModFix/>
          </a:blip>
          <a:stretch>
            <a:fillRect/>
          </a:stretch>
        </p:blipFill>
        <p:spPr>
          <a:xfrm rot="749764">
            <a:off x="7562926" y="1565126"/>
            <a:ext cx="1277501" cy="12775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15"/>
          <p:cNvSpPr txBox="1"/>
          <p:nvPr>
            <p:ph type="title"/>
          </p:nvPr>
        </p:nvSpPr>
        <p:spPr>
          <a:xfrm>
            <a:off x="6504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Where is population distributed?</a:t>
            </a:r>
            <a:endParaRPr/>
          </a:p>
        </p:txBody>
      </p:sp>
      <p:sp>
        <p:nvSpPr>
          <p:cNvPr id="531" name="Google Shape;531;p15"/>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32" name="Google Shape;532;p15"/>
          <p:cNvPicPr preferRelativeResize="0"/>
          <p:nvPr/>
        </p:nvPicPr>
        <p:blipFill rotWithShape="1">
          <a:blip r:embed="rId3">
            <a:alphaModFix/>
          </a:blip>
          <a:srcRect b="0" l="0" r="4843" t="18858"/>
          <a:stretch/>
        </p:blipFill>
        <p:spPr>
          <a:xfrm>
            <a:off x="1839450" y="1397225"/>
            <a:ext cx="5999675" cy="3674200"/>
          </a:xfrm>
          <a:prstGeom prst="rect">
            <a:avLst/>
          </a:prstGeom>
          <a:noFill/>
          <a:ln>
            <a:noFill/>
          </a:ln>
        </p:spPr>
      </p:pic>
      <p:sp>
        <p:nvSpPr>
          <p:cNvPr id="533" name="Google Shape;533;p15"/>
          <p:cNvSpPr/>
          <p:nvPr/>
        </p:nvSpPr>
        <p:spPr>
          <a:xfrm>
            <a:off x="728375" y="1444375"/>
            <a:ext cx="1922100" cy="399900"/>
          </a:xfrm>
          <a:prstGeom prst="rect">
            <a:avLst/>
          </a:prstGeom>
          <a:solidFill>
            <a:srgbClr val="FFE6BA"/>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900">
                <a:latin typeface="Barlow Semi Condensed"/>
                <a:ea typeface="Barlow Semi Condensed"/>
                <a:cs typeface="Barlow Semi Condensed"/>
                <a:sym typeface="Barlow Semi Condensed"/>
              </a:rPr>
              <a:t>7.8 BILLION</a:t>
            </a:r>
            <a:endParaRPr sz="1900">
              <a:latin typeface="Barlow Semi Condensed"/>
              <a:ea typeface="Barlow Semi Condensed"/>
              <a:cs typeface="Barlow Semi Condensed"/>
              <a:sym typeface="Barlow Semi Condensed"/>
            </a:endParaRPr>
          </a:p>
        </p:txBody>
      </p:sp>
      <p:sp>
        <p:nvSpPr>
          <p:cNvPr id="534" name="Google Shape;534;p15"/>
          <p:cNvSpPr/>
          <p:nvPr/>
        </p:nvSpPr>
        <p:spPr>
          <a:xfrm>
            <a:off x="6330625" y="2290100"/>
            <a:ext cx="877200" cy="757200"/>
          </a:xfrm>
          <a:prstGeom prst="ellipse">
            <a:avLst/>
          </a:prstGeom>
          <a:noFill/>
          <a:ln cap="flat" cmpd="sng" w="38100">
            <a:solidFill>
              <a:srgbClr val="4C113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5"/>
          <p:cNvSpPr/>
          <p:nvPr/>
        </p:nvSpPr>
        <p:spPr>
          <a:xfrm>
            <a:off x="728375" y="1970650"/>
            <a:ext cx="1922100" cy="399900"/>
          </a:xfrm>
          <a:prstGeom prst="rect">
            <a:avLst/>
          </a:prstGeom>
          <a:solidFill>
            <a:schemeClr val="accent2"/>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900">
                <a:latin typeface="Barlow Semi Condensed"/>
                <a:ea typeface="Barlow Semi Condensed"/>
                <a:cs typeface="Barlow Semi Condensed"/>
                <a:sym typeface="Barlow Semi Condensed"/>
              </a:rPr>
              <a:t>EAST ASIA</a:t>
            </a:r>
            <a:endParaRPr sz="1900">
              <a:latin typeface="Barlow Semi Condensed"/>
              <a:ea typeface="Barlow Semi Condensed"/>
              <a:cs typeface="Barlow Semi Condensed"/>
              <a:sym typeface="Barlow Semi Condensed"/>
            </a:endParaRPr>
          </a:p>
        </p:txBody>
      </p:sp>
      <p:grpSp>
        <p:nvGrpSpPr>
          <p:cNvPr id="536" name="Google Shape;536;p15"/>
          <p:cNvGrpSpPr/>
          <p:nvPr/>
        </p:nvGrpSpPr>
        <p:grpSpPr>
          <a:xfrm>
            <a:off x="728375" y="2467475"/>
            <a:ext cx="5657275" cy="821150"/>
            <a:chOff x="728375" y="2467475"/>
            <a:chExt cx="5657275" cy="821150"/>
          </a:xfrm>
        </p:grpSpPr>
        <p:sp>
          <p:nvSpPr>
            <p:cNvPr id="537" name="Google Shape;537;p15"/>
            <p:cNvSpPr/>
            <p:nvPr/>
          </p:nvSpPr>
          <p:spPr>
            <a:xfrm>
              <a:off x="5672550" y="2575825"/>
              <a:ext cx="713100" cy="712800"/>
            </a:xfrm>
            <a:prstGeom prst="ellipse">
              <a:avLst/>
            </a:prstGeom>
            <a:noFill/>
            <a:ln cap="flat" cmpd="sng" w="38100">
              <a:solidFill>
                <a:srgbClr val="4C113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5"/>
            <p:cNvSpPr/>
            <p:nvPr/>
          </p:nvSpPr>
          <p:spPr>
            <a:xfrm>
              <a:off x="728375" y="2467475"/>
              <a:ext cx="1922100" cy="399900"/>
            </a:xfrm>
            <a:prstGeom prst="rect">
              <a:avLst/>
            </a:prstGeom>
            <a:solidFill>
              <a:srgbClr val="FFE6BA"/>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900">
                  <a:latin typeface="Barlow Semi Condensed"/>
                  <a:ea typeface="Barlow Semi Condensed"/>
                  <a:cs typeface="Barlow Semi Condensed"/>
                  <a:sym typeface="Barlow Semi Condensed"/>
                </a:rPr>
                <a:t>SOUTH</a:t>
              </a:r>
              <a:r>
                <a:rPr lang="en" sz="1900">
                  <a:latin typeface="Barlow Semi Condensed"/>
                  <a:ea typeface="Barlow Semi Condensed"/>
                  <a:cs typeface="Barlow Semi Condensed"/>
                  <a:sym typeface="Barlow Semi Condensed"/>
                </a:rPr>
                <a:t> ASIA</a:t>
              </a:r>
              <a:endParaRPr sz="1900">
                <a:latin typeface="Barlow Semi Condensed"/>
                <a:ea typeface="Barlow Semi Condensed"/>
                <a:cs typeface="Barlow Semi Condensed"/>
                <a:sym typeface="Barlow Semi Condensed"/>
              </a:endParaRPr>
            </a:p>
          </p:txBody>
        </p:sp>
      </p:grpSp>
      <p:grpSp>
        <p:nvGrpSpPr>
          <p:cNvPr id="539" name="Google Shape;539;p15"/>
          <p:cNvGrpSpPr/>
          <p:nvPr/>
        </p:nvGrpSpPr>
        <p:grpSpPr>
          <a:xfrm>
            <a:off x="728375" y="2943800"/>
            <a:ext cx="6516400" cy="757200"/>
            <a:chOff x="728375" y="2943800"/>
            <a:chExt cx="6516400" cy="757200"/>
          </a:xfrm>
        </p:grpSpPr>
        <p:sp>
          <p:nvSpPr>
            <p:cNvPr id="540" name="Google Shape;540;p15"/>
            <p:cNvSpPr/>
            <p:nvPr/>
          </p:nvSpPr>
          <p:spPr>
            <a:xfrm>
              <a:off x="728375" y="2956350"/>
              <a:ext cx="1922100" cy="399900"/>
            </a:xfrm>
            <a:prstGeom prst="rect">
              <a:avLst/>
            </a:prstGeom>
            <a:solidFill>
              <a:schemeClr val="accent2"/>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900">
                  <a:latin typeface="Barlow Semi Condensed"/>
                  <a:ea typeface="Barlow Semi Condensed"/>
                  <a:cs typeface="Barlow Semi Condensed"/>
                  <a:sym typeface="Barlow Semi Condensed"/>
                </a:rPr>
                <a:t>SOUTH</a:t>
              </a:r>
              <a:r>
                <a:rPr lang="en" sz="1900">
                  <a:latin typeface="Barlow Semi Condensed"/>
                  <a:ea typeface="Barlow Semi Condensed"/>
                  <a:cs typeface="Barlow Semi Condensed"/>
                  <a:sym typeface="Barlow Semi Condensed"/>
                </a:rPr>
                <a:t>EAST ASIA</a:t>
              </a:r>
              <a:endParaRPr sz="1900">
                <a:latin typeface="Barlow Semi Condensed"/>
                <a:ea typeface="Barlow Semi Condensed"/>
                <a:cs typeface="Barlow Semi Condensed"/>
                <a:sym typeface="Barlow Semi Condensed"/>
              </a:endParaRPr>
            </a:p>
          </p:txBody>
        </p:sp>
        <p:sp>
          <p:nvSpPr>
            <p:cNvPr id="541" name="Google Shape;541;p15"/>
            <p:cNvSpPr/>
            <p:nvPr/>
          </p:nvSpPr>
          <p:spPr>
            <a:xfrm>
              <a:off x="6216975" y="2943800"/>
              <a:ext cx="1027800" cy="757200"/>
            </a:xfrm>
            <a:prstGeom prst="ellipse">
              <a:avLst/>
            </a:prstGeom>
            <a:noFill/>
            <a:ln cap="flat" cmpd="sng" w="38100">
              <a:solidFill>
                <a:srgbClr val="4C113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 name="Google Shape;542;p15"/>
          <p:cNvGrpSpPr/>
          <p:nvPr/>
        </p:nvGrpSpPr>
        <p:grpSpPr>
          <a:xfrm>
            <a:off x="728375" y="1970650"/>
            <a:ext cx="4321925" cy="1870375"/>
            <a:chOff x="728375" y="1970650"/>
            <a:chExt cx="4321925" cy="1870375"/>
          </a:xfrm>
        </p:grpSpPr>
        <p:sp>
          <p:nvSpPr>
            <p:cNvPr id="543" name="Google Shape;543;p15"/>
            <p:cNvSpPr/>
            <p:nvPr/>
          </p:nvSpPr>
          <p:spPr>
            <a:xfrm>
              <a:off x="728375" y="3441125"/>
              <a:ext cx="1922100" cy="399900"/>
            </a:xfrm>
            <a:prstGeom prst="rect">
              <a:avLst/>
            </a:prstGeom>
            <a:solidFill>
              <a:srgbClr val="FFE6BA"/>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1800">
                  <a:latin typeface="Barlow Semi Condensed"/>
                  <a:ea typeface="Barlow Semi Condensed"/>
                  <a:cs typeface="Barlow Semi Condensed"/>
                  <a:sym typeface="Barlow Semi Condensed"/>
                </a:rPr>
                <a:t>WESTERN EUROPE</a:t>
              </a:r>
              <a:endParaRPr sz="1800">
                <a:latin typeface="Barlow Semi Condensed"/>
                <a:ea typeface="Barlow Semi Condensed"/>
                <a:cs typeface="Barlow Semi Condensed"/>
                <a:sym typeface="Barlow Semi Condensed"/>
              </a:endParaRPr>
            </a:p>
          </p:txBody>
        </p:sp>
        <p:sp>
          <p:nvSpPr>
            <p:cNvPr id="544" name="Google Shape;544;p15"/>
            <p:cNvSpPr/>
            <p:nvPr/>
          </p:nvSpPr>
          <p:spPr>
            <a:xfrm>
              <a:off x="4396600" y="1970650"/>
              <a:ext cx="653700" cy="757200"/>
            </a:xfrm>
            <a:prstGeom prst="ellipse">
              <a:avLst/>
            </a:prstGeom>
            <a:noFill/>
            <a:ln cap="flat" cmpd="sng" w="38100">
              <a:solidFill>
                <a:srgbClr val="4C113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5"/>
                                        </p:tgtEl>
                                        <p:attrNameLst>
                                          <p:attrName>style.visibility</p:attrName>
                                        </p:attrNameLst>
                                      </p:cBhvr>
                                      <p:to>
                                        <p:strVal val="visible"/>
                                      </p:to>
                                    </p:set>
                                    <p:animEffect filter="fade" transition="in">
                                      <p:cBhvr>
                                        <p:cTn dur="1000"/>
                                        <p:tgtEl>
                                          <p:spTgt spid="535"/>
                                        </p:tgtEl>
                                      </p:cBhvr>
                                    </p:animEffect>
                                  </p:childTnLst>
                                </p:cTn>
                              </p:par>
                              <p:par>
                                <p:cTn fill="hold" nodeType="withEffect" presetClass="entr" presetID="10" presetSubtype="0">
                                  <p:stCondLst>
                                    <p:cond delay="0"/>
                                  </p:stCondLst>
                                  <p:childTnLst>
                                    <p:set>
                                      <p:cBhvr>
                                        <p:cTn dur="1" fill="hold">
                                          <p:stCondLst>
                                            <p:cond delay="0"/>
                                          </p:stCondLst>
                                        </p:cTn>
                                        <p:tgtEl>
                                          <p:spTgt spid="534"/>
                                        </p:tgtEl>
                                        <p:attrNameLst>
                                          <p:attrName>style.visibility</p:attrName>
                                        </p:attrNameLst>
                                      </p:cBhvr>
                                      <p:to>
                                        <p:strVal val="visible"/>
                                      </p:to>
                                    </p:set>
                                    <p:animEffect filter="fade" transition="in">
                                      <p:cBhvr>
                                        <p:cTn dur="1000"/>
                                        <p:tgtEl>
                                          <p:spTgt spid="5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1000"/>
                                        <p:tgtEl>
                                          <p:spTgt spid="5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9"/>
                                        </p:tgtEl>
                                        <p:attrNameLst>
                                          <p:attrName>style.visibility</p:attrName>
                                        </p:attrNameLst>
                                      </p:cBhvr>
                                      <p:to>
                                        <p:strVal val="visible"/>
                                      </p:to>
                                    </p:set>
                                    <p:animEffect filter="fade" transition="in">
                                      <p:cBhvr>
                                        <p:cTn dur="1000"/>
                                        <p:tgtEl>
                                          <p:spTgt spid="5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16"/>
          <p:cNvSpPr txBox="1"/>
          <p:nvPr>
            <p:ph type="title"/>
          </p:nvPr>
        </p:nvSpPr>
        <p:spPr>
          <a:xfrm>
            <a:off x="6504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What factors influence the distribution of population?</a:t>
            </a:r>
            <a:endParaRPr/>
          </a:p>
        </p:txBody>
      </p:sp>
      <p:sp>
        <p:nvSpPr>
          <p:cNvPr id="550" name="Google Shape;550;p16"/>
          <p:cNvSpPr txBox="1"/>
          <p:nvPr>
            <p:ph idx="1" type="body"/>
          </p:nvPr>
        </p:nvSpPr>
        <p:spPr>
          <a:xfrm>
            <a:off x="717300" y="1861675"/>
            <a:ext cx="4410900" cy="3024300"/>
          </a:xfrm>
          <a:prstGeom prst="rect">
            <a:avLst/>
          </a:prstGeom>
        </p:spPr>
        <p:txBody>
          <a:bodyPr anchorCtr="0" anchor="ctr" bIns="0" lIns="0" spcFirstLastPara="1" rIns="0" wrap="square" tIns="0">
            <a:noAutofit/>
          </a:bodyPr>
          <a:lstStyle/>
          <a:p>
            <a:pPr indent="-342900" lvl="0" marL="457200" rtl="0" algn="l">
              <a:spcBef>
                <a:spcPts val="600"/>
              </a:spcBef>
              <a:spcAft>
                <a:spcPts val="0"/>
              </a:spcAft>
              <a:buSzPts val="1800"/>
              <a:buChar char="▪"/>
            </a:pPr>
            <a:r>
              <a:rPr lang="en" sz="1800"/>
              <a:t>People do not settle in the “5 toos”</a:t>
            </a:r>
            <a:endParaRPr sz="1800"/>
          </a:p>
          <a:p>
            <a:pPr indent="-342900" lvl="1" marL="914400" rtl="0" algn="l">
              <a:spcBef>
                <a:spcPts val="0"/>
              </a:spcBef>
              <a:spcAft>
                <a:spcPts val="0"/>
              </a:spcAft>
              <a:buSzPts val="1800"/>
              <a:buChar char="▫"/>
            </a:pPr>
            <a:r>
              <a:rPr lang="en" sz="1800"/>
              <a:t>Too hot, cold, wet, hilly, or dry</a:t>
            </a:r>
            <a:endParaRPr sz="1800"/>
          </a:p>
          <a:p>
            <a:pPr indent="-342900" lvl="0" marL="457200" rtl="0" algn="l">
              <a:spcBef>
                <a:spcPts val="0"/>
              </a:spcBef>
              <a:spcAft>
                <a:spcPts val="0"/>
              </a:spcAft>
              <a:buSzPts val="1800"/>
              <a:buChar char="▪"/>
            </a:pPr>
            <a:r>
              <a:rPr lang="en" sz="1800"/>
              <a:t>People are likely to settle in…</a:t>
            </a:r>
            <a:endParaRPr sz="1800"/>
          </a:p>
          <a:p>
            <a:pPr indent="-342900" lvl="1" marL="914400" rtl="0" algn="l">
              <a:spcBef>
                <a:spcPts val="0"/>
              </a:spcBef>
              <a:spcAft>
                <a:spcPts val="0"/>
              </a:spcAft>
              <a:buSzPts val="1800"/>
              <a:buChar char="▫"/>
            </a:pPr>
            <a:r>
              <a:rPr lang="en" sz="1800"/>
              <a:t>Low elevation</a:t>
            </a:r>
            <a:endParaRPr sz="1800"/>
          </a:p>
          <a:p>
            <a:pPr indent="-342900" lvl="1" marL="914400" rtl="0" algn="l">
              <a:spcBef>
                <a:spcPts val="0"/>
              </a:spcBef>
              <a:spcAft>
                <a:spcPts val="0"/>
              </a:spcAft>
              <a:buSzPts val="1800"/>
              <a:buChar char="▫"/>
            </a:pPr>
            <a:r>
              <a:rPr lang="en" sz="1800"/>
              <a:t>Fertile soil </a:t>
            </a:r>
            <a:endParaRPr sz="1800"/>
          </a:p>
          <a:p>
            <a:pPr indent="-342900" lvl="1" marL="914400" rtl="0" algn="l">
              <a:spcBef>
                <a:spcPts val="0"/>
              </a:spcBef>
              <a:spcAft>
                <a:spcPts val="0"/>
              </a:spcAft>
              <a:buSzPts val="1800"/>
              <a:buChar char="▫"/>
            </a:pPr>
            <a:r>
              <a:rPr lang="en" sz="1800"/>
              <a:t>Temperate climates</a:t>
            </a:r>
            <a:endParaRPr sz="1800"/>
          </a:p>
          <a:p>
            <a:pPr indent="-342900" lvl="1" marL="914400" rtl="0" algn="l">
              <a:spcBef>
                <a:spcPts val="0"/>
              </a:spcBef>
              <a:spcAft>
                <a:spcPts val="0"/>
              </a:spcAft>
              <a:buSzPts val="1800"/>
              <a:buChar char="▫"/>
            </a:pPr>
            <a:r>
              <a:rPr lang="en" sz="1800"/>
              <a:t>Near a body of water</a:t>
            </a:r>
            <a:endParaRPr sz="1800"/>
          </a:p>
          <a:p>
            <a:pPr indent="-342900" lvl="0" marL="457200" rtl="0" algn="l">
              <a:spcBef>
                <a:spcPts val="0"/>
              </a:spcBef>
              <a:spcAft>
                <a:spcPts val="0"/>
              </a:spcAft>
              <a:buSzPts val="1800"/>
              <a:buChar char="▪"/>
            </a:pPr>
            <a:r>
              <a:rPr lang="en" sz="1800"/>
              <a:t>Ecumene:</a:t>
            </a:r>
            <a:r>
              <a:rPr lang="en" sz="1800"/>
              <a:t> The habitable areas of the world. </a:t>
            </a:r>
            <a:endParaRPr sz="1800"/>
          </a:p>
        </p:txBody>
      </p:sp>
      <p:sp>
        <p:nvSpPr>
          <p:cNvPr id="551" name="Google Shape;551;p16"/>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52" name="Google Shape;552;p16"/>
          <p:cNvPicPr preferRelativeResize="0"/>
          <p:nvPr/>
        </p:nvPicPr>
        <p:blipFill rotWithShape="1">
          <a:blip r:embed="rId3">
            <a:alphaModFix/>
          </a:blip>
          <a:srcRect b="0" l="0" r="4843" t="18858"/>
          <a:stretch/>
        </p:blipFill>
        <p:spPr>
          <a:xfrm>
            <a:off x="5128200" y="1995750"/>
            <a:ext cx="3799551" cy="2326850"/>
          </a:xfrm>
          <a:prstGeom prst="rect">
            <a:avLst/>
          </a:prstGeom>
          <a:noFill/>
          <a:ln cap="flat" cmpd="sng" w="19050">
            <a:solidFill>
              <a:srgbClr val="000000"/>
            </a:solidFill>
            <a:prstDash val="solid"/>
            <a:round/>
            <a:headEnd len="sm" w="sm" type="none"/>
            <a:tailEnd len="sm" w="sm" type="none"/>
          </a:ln>
        </p:spPr>
      </p:pic>
      <p:sp>
        <p:nvSpPr>
          <p:cNvPr id="553" name="Google Shape;553;p16"/>
          <p:cNvSpPr txBox="1"/>
          <p:nvPr/>
        </p:nvSpPr>
        <p:spPr>
          <a:xfrm>
            <a:off x="983975" y="1441625"/>
            <a:ext cx="5688300" cy="47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AD1E"/>
                </a:solidFill>
                <a:latin typeface="Oswald"/>
                <a:ea typeface="Oswald"/>
                <a:cs typeface="Oswald"/>
                <a:sym typeface="Oswald"/>
              </a:rPr>
              <a:t>NATURAL / ENVIRONMENTAL / PHYSICAL</a:t>
            </a:r>
            <a:endParaRPr sz="2700">
              <a:solidFill>
                <a:srgbClr val="FFAD1E"/>
              </a:solidFill>
              <a:latin typeface="Oswald"/>
              <a:ea typeface="Oswald"/>
              <a:cs typeface="Oswald"/>
              <a:sym typeface="Oswald"/>
            </a:endParaRPr>
          </a:p>
        </p:txBody>
      </p:sp>
      <p:pic>
        <p:nvPicPr>
          <p:cNvPr id="554" name="Google Shape;554;p16"/>
          <p:cNvPicPr preferRelativeResize="0"/>
          <p:nvPr/>
        </p:nvPicPr>
        <p:blipFill>
          <a:blip r:embed="rId4">
            <a:alphaModFix/>
          </a:blip>
          <a:stretch>
            <a:fillRect/>
          </a:stretch>
        </p:blipFill>
        <p:spPr>
          <a:xfrm rot="582453">
            <a:off x="686750" y="1354337"/>
            <a:ext cx="471000" cy="4710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17"/>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What factors influence the distribution of population?</a:t>
            </a:r>
            <a:endParaRPr/>
          </a:p>
        </p:txBody>
      </p:sp>
      <p:sp>
        <p:nvSpPr>
          <p:cNvPr id="560" name="Google Shape;560;p1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561" name="Google Shape;561;p17"/>
          <p:cNvPicPr preferRelativeResize="0"/>
          <p:nvPr/>
        </p:nvPicPr>
        <p:blipFill rotWithShape="1">
          <a:blip r:embed="rId3">
            <a:alphaModFix/>
          </a:blip>
          <a:srcRect b="0" l="12270" r="11754" t="0"/>
          <a:stretch/>
        </p:blipFill>
        <p:spPr>
          <a:xfrm>
            <a:off x="1017225" y="1470400"/>
            <a:ext cx="3177651" cy="3136850"/>
          </a:xfrm>
          <a:prstGeom prst="rect">
            <a:avLst/>
          </a:prstGeom>
          <a:noFill/>
          <a:ln>
            <a:noFill/>
          </a:ln>
        </p:spPr>
      </p:pic>
      <p:pic>
        <p:nvPicPr>
          <p:cNvPr id="562" name="Google Shape;562;p17"/>
          <p:cNvPicPr preferRelativeResize="0"/>
          <p:nvPr/>
        </p:nvPicPr>
        <p:blipFill>
          <a:blip r:embed="rId4">
            <a:alphaModFix/>
          </a:blip>
          <a:stretch>
            <a:fillRect/>
          </a:stretch>
        </p:blipFill>
        <p:spPr>
          <a:xfrm>
            <a:off x="4621300" y="1470400"/>
            <a:ext cx="3746810" cy="3136850"/>
          </a:xfrm>
          <a:prstGeom prst="rect">
            <a:avLst/>
          </a:prstGeom>
          <a:noFill/>
          <a:ln>
            <a:noFill/>
          </a:ln>
        </p:spPr>
      </p:pic>
      <p:sp>
        <p:nvSpPr>
          <p:cNvPr id="563" name="Google Shape;563;p17"/>
          <p:cNvSpPr txBox="1"/>
          <p:nvPr/>
        </p:nvSpPr>
        <p:spPr>
          <a:xfrm>
            <a:off x="2729225" y="4642963"/>
            <a:ext cx="4257000" cy="47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FFAD1E"/>
                </a:solidFill>
                <a:latin typeface="Oswald"/>
                <a:ea typeface="Oswald"/>
                <a:cs typeface="Oswald"/>
                <a:sym typeface="Oswald"/>
              </a:rPr>
              <a:t>NATURAL / ENVIRONMENTAL / PHYSICAL</a:t>
            </a:r>
            <a:endParaRPr sz="2000">
              <a:solidFill>
                <a:srgbClr val="FFAD1E"/>
              </a:solidFill>
              <a:latin typeface="Oswald"/>
              <a:ea typeface="Oswald"/>
              <a:cs typeface="Oswald"/>
              <a:sym typeface="Oswald"/>
            </a:endParaRPr>
          </a:p>
        </p:txBody>
      </p:sp>
      <p:pic>
        <p:nvPicPr>
          <p:cNvPr id="564" name="Google Shape;564;p17"/>
          <p:cNvPicPr preferRelativeResize="0"/>
          <p:nvPr/>
        </p:nvPicPr>
        <p:blipFill>
          <a:blip r:embed="rId5">
            <a:alphaModFix/>
          </a:blip>
          <a:stretch>
            <a:fillRect/>
          </a:stretch>
        </p:blipFill>
        <p:spPr>
          <a:xfrm rot="582453">
            <a:off x="2441250" y="4581150"/>
            <a:ext cx="471000" cy="4710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18"/>
          <p:cNvSpPr txBox="1"/>
          <p:nvPr>
            <p:ph type="title"/>
          </p:nvPr>
        </p:nvSpPr>
        <p:spPr>
          <a:xfrm>
            <a:off x="518725" y="664300"/>
            <a:ext cx="79857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sz="2300"/>
              <a:t>What OTHER factors influence the distribution of population?</a:t>
            </a:r>
            <a:endParaRPr sz="2300"/>
          </a:p>
        </p:txBody>
      </p:sp>
      <p:sp>
        <p:nvSpPr>
          <p:cNvPr id="570" name="Google Shape;570;p1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71" name="Google Shape;571;p18"/>
          <p:cNvSpPr/>
          <p:nvPr/>
        </p:nvSpPr>
        <p:spPr>
          <a:xfrm>
            <a:off x="2701550" y="1779200"/>
            <a:ext cx="4340100" cy="755400"/>
          </a:xfrm>
          <a:prstGeom prst="rect">
            <a:avLst/>
          </a:prstGeom>
          <a:solidFill>
            <a:srgbClr val="FFE6BA"/>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3800">
                <a:latin typeface="Barlow Semi Condensed"/>
                <a:ea typeface="Barlow Semi Condensed"/>
                <a:cs typeface="Barlow Semi Condensed"/>
                <a:sym typeface="Barlow Semi Condensed"/>
              </a:rPr>
              <a:t>ECONOMIC</a:t>
            </a:r>
            <a:endParaRPr sz="3800">
              <a:latin typeface="Barlow Semi Condensed"/>
              <a:ea typeface="Barlow Semi Condensed"/>
              <a:cs typeface="Barlow Semi Condensed"/>
              <a:sym typeface="Barlow Semi Condensed"/>
            </a:endParaRPr>
          </a:p>
        </p:txBody>
      </p:sp>
      <p:sp>
        <p:nvSpPr>
          <p:cNvPr id="572" name="Google Shape;572;p18"/>
          <p:cNvSpPr/>
          <p:nvPr/>
        </p:nvSpPr>
        <p:spPr>
          <a:xfrm>
            <a:off x="2701550" y="2674850"/>
            <a:ext cx="4340100" cy="755400"/>
          </a:xfrm>
          <a:prstGeom prst="rect">
            <a:avLst/>
          </a:prstGeom>
          <a:solidFill>
            <a:schemeClr val="accent2"/>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3800">
                <a:latin typeface="Barlow Semi Condensed"/>
                <a:ea typeface="Barlow Semi Condensed"/>
                <a:cs typeface="Barlow Semi Condensed"/>
                <a:sym typeface="Barlow Semi Condensed"/>
              </a:rPr>
              <a:t>SOCIAL / CULTURAL</a:t>
            </a:r>
            <a:endParaRPr sz="3800">
              <a:latin typeface="Barlow Semi Condensed"/>
              <a:ea typeface="Barlow Semi Condensed"/>
              <a:cs typeface="Barlow Semi Condensed"/>
              <a:sym typeface="Barlow Semi Condensed"/>
            </a:endParaRPr>
          </a:p>
        </p:txBody>
      </p:sp>
      <p:sp>
        <p:nvSpPr>
          <p:cNvPr id="573" name="Google Shape;573;p18"/>
          <p:cNvSpPr/>
          <p:nvPr/>
        </p:nvSpPr>
        <p:spPr>
          <a:xfrm>
            <a:off x="2701550" y="3559525"/>
            <a:ext cx="4340100" cy="755400"/>
          </a:xfrm>
          <a:prstGeom prst="rect">
            <a:avLst/>
          </a:prstGeom>
          <a:solidFill>
            <a:srgbClr val="FFE6BA"/>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en" sz="3800">
                <a:latin typeface="Barlow Semi Condensed"/>
                <a:ea typeface="Barlow Semi Condensed"/>
                <a:cs typeface="Barlow Semi Condensed"/>
                <a:sym typeface="Barlow Semi Condensed"/>
              </a:rPr>
              <a:t>POLITICAL</a:t>
            </a:r>
            <a:endParaRPr sz="3800">
              <a:latin typeface="Barlow Semi Condensed"/>
              <a:ea typeface="Barlow Semi Condensed"/>
              <a:cs typeface="Barlow Semi Condensed"/>
              <a:sym typeface="Barlow Semi Condensed"/>
            </a:endParaRPr>
          </a:p>
        </p:txBody>
      </p:sp>
      <p:pic>
        <p:nvPicPr>
          <p:cNvPr id="574" name="Google Shape;574;p18"/>
          <p:cNvPicPr preferRelativeResize="0"/>
          <p:nvPr/>
        </p:nvPicPr>
        <p:blipFill>
          <a:blip r:embed="rId3">
            <a:alphaModFix/>
          </a:blip>
          <a:stretch>
            <a:fillRect/>
          </a:stretch>
        </p:blipFill>
        <p:spPr>
          <a:xfrm>
            <a:off x="1765891" y="1765288"/>
            <a:ext cx="783175" cy="783225"/>
          </a:xfrm>
          <a:prstGeom prst="rect">
            <a:avLst/>
          </a:prstGeom>
          <a:noFill/>
          <a:ln>
            <a:noFill/>
          </a:ln>
          <a:effectLst>
            <a:outerShdw blurRad="57150" rotWithShape="0" algn="bl" dir="5400000" dist="19050">
              <a:srgbClr val="000000">
                <a:alpha val="50000"/>
              </a:srgbClr>
            </a:outerShdw>
          </a:effectLst>
        </p:spPr>
      </p:pic>
      <p:pic>
        <p:nvPicPr>
          <p:cNvPr id="575" name="Google Shape;575;p18"/>
          <p:cNvPicPr preferRelativeResize="0"/>
          <p:nvPr/>
        </p:nvPicPr>
        <p:blipFill>
          <a:blip r:embed="rId4">
            <a:alphaModFix/>
          </a:blip>
          <a:stretch>
            <a:fillRect/>
          </a:stretch>
        </p:blipFill>
        <p:spPr>
          <a:xfrm>
            <a:off x="1830550" y="3545625"/>
            <a:ext cx="783175" cy="783175"/>
          </a:xfrm>
          <a:prstGeom prst="rect">
            <a:avLst/>
          </a:prstGeom>
          <a:noFill/>
          <a:ln>
            <a:noFill/>
          </a:ln>
          <a:effectLst>
            <a:outerShdw blurRad="57150" rotWithShape="0" algn="bl" dir="5400000" dist="19050">
              <a:srgbClr val="000000">
                <a:alpha val="50000"/>
              </a:srgbClr>
            </a:outerShdw>
          </a:effectLst>
        </p:spPr>
      </p:pic>
      <p:pic>
        <p:nvPicPr>
          <p:cNvPr id="576" name="Google Shape;576;p18"/>
          <p:cNvPicPr preferRelativeResize="0"/>
          <p:nvPr/>
        </p:nvPicPr>
        <p:blipFill>
          <a:blip r:embed="rId5">
            <a:alphaModFix/>
          </a:blip>
          <a:stretch>
            <a:fillRect/>
          </a:stretch>
        </p:blipFill>
        <p:spPr>
          <a:xfrm>
            <a:off x="7089775" y="2685550"/>
            <a:ext cx="734000" cy="7340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19"/>
          <p:cNvSpPr/>
          <p:nvPr/>
        </p:nvSpPr>
        <p:spPr>
          <a:xfrm>
            <a:off x="4863723" y="3829000"/>
            <a:ext cx="3378900" cy="1056000"/>
          </a:xfrm>
          <a:prstGeom prst="rect">
            <a:avLst/>
          </a:prstGeom>
          <a:solidFill>
            <a:srgbClr val="FFE6BA"/>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9"/>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How do geographers calculate population density?</a:t>
            </a:r>
            <a:endParaRPr/>
          </a:p>
        </p:txBody>
      </p:sp>
      <p:sp>
        <p:nvSpPr>
          <p:cNvPr id="583" name="Google Shape;583;p19"/>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584" name="Google Shape;584;p19"/>
          <p:cNvSpPr/>
          <p:nvPr/>
        </p:nvSpPr>
        <p:spPr>
          <a:xfrm>
            <a:off x="824824" y="1593499"/>
            <a:ext cx="2800264" cy="704304"/>
          </a:xfrm>
          <a:prstGeom prst="rect">
            <a:avLst/>
          </a:prstGeom>
        </p:spPr>
        <p:txBody>
          <a:bodyPr>
            <a:prstTxWarp prst="textPlain"/>
          </a:bodyPr>
          <a:lstStyle/>
          <a:p>
            <a:pPr lvl="0" algn="ctr"/>
            <a:r>
              <a:rPr b="0" i="0">
                <a:ln cap="flat" cmpd="sng" w="9525">
                  <a:solidFill>
                    <a:srgbClr val="666666"/>
                  </a:solidFill>
                  <a:prstDash val="solid"/>
                  <a:round/>
                  <a:headEnd len="sm" w="sm" type="none"/>
                  <a:tailEnd len="sm" w="sm" type="none"/>
                </a:ln>
                <a:solidFill>
                  <a:schemeClr val="dk1"/>
                </a:solidFill>
                <a:latin typeface="Barlow Semi Condensed"/>
              </a:rPr>
              <a:t>Arithmetic</a:t>
            </a:r>
          </a:p>
        </p:txBody>
      </p:sp>
      <p:sp>
        <p:nvSpPr>
          <p:cNvPr id="585" name="Google Shape;585;p19"/>
          <p:cNvSpPr/>
          <p:nvPr/>
        </p:nvSpPr>
        <p:spPr>
          <a:xfrm>
            <a:off x="824828" y="2739395"/>
            <a:ext cx="3120254" cy="893614"/>
          </a:xfrm>
          <a:prstGeom prst="rect">
            <a:avLst/>
          </a:prstGeom>
        </p:spPr>
        <p:txBody>
          <a:bodyPr>
            <a:prstTxWarp prst="textPlain"/>
          </a:bodyPr>
          <a:lstStyle/>
          <a:p>
            <a:pPr lvl="0" algn="ctr"/>
            <a:r>
              <a:rPr b="0" i="0">
                <a:ln cap="flat" cmpd="sng" w="9525">
                  <a:solidFill>
                    <a:srgbClr val="666666"/>
                  </a:solidFill>
                  <a:prstDash val="solid"/>
                  <a:round/>
                  <a:headEnd len="sm" w="sm" type="none"/>
                  <a:tailEnd len="sm" w="sm" type="none"/>
                </a:ln>
                <a:solidFill>
                  <a:srgbClr val="000000"/>
                </a:solidFill>
                <a:latin typeface="Barlow Semi Condensed"/>
              </a:rPr>
              <a:t>Physiological</a:t>
            </a:r>
          </a:p>
        </p:txBody>
      </p:sp>
      <p:sp>
        <p:nvSpPr>
          <p:cNvPr id="586" name="Google Shape;586;p19"/>
          <p:cNvSpPr/>
          <p:nvPr/>
        </p:nvSpPr>
        <p:spPr>
          <a:xfrm>
            <a:off x="851005" y="3977499"/>
            <a:ext cx="2906007" cy="893620"/>
          </a:xfrm>
          <a:prstGeom prst="rect">
            <a:avLst/>
          </a:prstGeom>
        </p:spPr>
        <p:txBody>
          <a:bodyPr>
            <a:prstTxWarp prst="textPlain"/>
          </a:bodyPr>
          <a:lstStyle/>
          <a:p>
            <a:pPr lvl="0" algn="ctr"/>
            <a:r>
              <a:rPr b="0" i="0">
                <a:ln cap="flat" cmpd="sng" w="9525">
                  <a:solidFill>
                    <a:srgbClr val="666666"/>
                  </a:solidFill>
                  <a:prstDash val="solid"/>
                  <a:round/>
                  <a:headEnd len="sm" w="sm" type="none"/>
                  <a:tailEnd len="sm" w="sm" type="none"/>
                </a:ln>
                <a:solidFill>
                  <a:srgbClr val="000000"/>
                </a:solidFill>
                <a:latin typeface="Barlow Semi Condensed"/>
              </a:rPr>
              <a:t>Agricultural</a:t>
            </a:r>
          </a:p>
        </p:txBody>
      </p:sp>
      <p:sp>
        <p:nvSpPr>
          <p:cNvPr id="587" name="Google Shape;587;p19"/>
          <p:cNvSpPr/>
          <p:nvPr/>
        </p:nvSpPr>
        <p:spPr>
          <a:xfrm>
            <a:off x="4873323" y="1474125"/>
            <a:ext cx="3378971" cy="1056074"/>
          </a:xfrm>
          <a:prstGeom prst="rect">
            <a:avLst/>
          </a:prstGeom>
          <a:solidFill>
            <a:srgbClr val="FFE6BA"/>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9"/>
          <p:cNvSpPr txBox="1"/>
          <p:nvPr/>
        </p:nvSpPr>
        <p:spPr>
          <a:xfrm>
            <a:off x="4880426" y="2063775"/>
            <a:ext cx="3378900" cy="41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Barlow Semi Condensed Light"/>
                <a:ea typeface="Barlow Semi Condensed Light"/>
                <a:cs typeface="Barlow Semi Condensed Light"/>
                <a:sym typeface="Barlow Semi Condensed Light"/>
              </a:rPr>
              <a:t>Land area (sq. mi)</a:t>
            </a:r>
            <a:endParaRPr sz="3000">
              <a:latin typeface="Barlow Semi Condensed Light"/>
              <a:ea typeface="Barlow Semi Condensed Light"/>
              <a:cs typeface="Barlow Semi Condensed Light"/>
              <a:sym typeface="Barlow Semi Condensed Light"/>
            </a:endParaRPr>
          </a:p>
        </p:txBody>
      </p:sp>
      <p:cxnSp>
        <p:nvCxnSpPr>
          <p:cNvPr id="589" name="Google Shape;589;p19"/>
          <p:cNvCxnSpPr/>
          <p:nvPr/>
        </p:nvCxnSpPr>
        <p:spPr>
          <a:xfrm>
            <a:off x="4970066" y="2002150"/>
            <a:ext cx="3174000" cy="0"/>
          </a:xfrm>
          <a:prstGeom prst="straightConnector1">
            <a:avLst/>
          </a:prstGeom>
          <a:noFill/>
          <a:ln cap="flat" cmpd="sng" w="76200">
            <a:solidFill>
              <a:srgbClr val="000000"/>
            </a:solidFill>
            <a:prstDash val="solid"/>
            <a:round/>
            <a:headEnd len="med" w="med" type="none"/>
            <a:tailEnd len="med" w="med" type="none"/>
          </a:ln>
        </p:spPr>
      </p:cxnSp>
      <p:sp>
        <p:nvSpPr>
          <p:cNvPr id="590" name="Google Shape;590;p19"/>
          <p:cNvSpPr txBox="1"/>
          <p:nvPr/>
        </p:nvSpPr>
        <p:spPr>
          <a:xfrm>
            <a:off x="4991948" y="1410188"/>
            <a:ext cx="3174000" cy="413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000">
                <a:latin typeface="Barlow Semi Condensed Light"/>
                <a:ea typeface="Barlow Semi Condensed Light"/>
                <a:cs typeface="Barlow Semi Condensed Light"/>
                <a:sym typeface="Barlow Semi Condensed Light"/>
              </a:rPr>
              <a:t>Total population</a:t>
            </a:r>
            <a:endParaRPr sz="3000">
              <a:latin typeface="Barlow Semi Condensed Light"/>
              <a:ea typeface="Barlow Semi Condensed Light"/>
              <a:cs typeface="Barlow Semi Condensed Light"/>
              <a:sym typeface="Barlow Semi Condensed Light"/>
            </a:endParaRPr>
          </a:p>
        </p:txBody>
      </p:sp>
      <p:sp>
        <p:nvSpPr>
          <p:cNvPr id="591" name="Google Shape;591;p19"/>
          <p:cNvSpPr/>
          <p:nvPr/>
        </p:nvSpPr>
        <p:spPr>
          <a:xfrm>
            <a:off x="3980036" y="1670280"/>
            <a:ext cx="657000" cy="771000"/>
          </a:xfrm>
          <a:prstGeom prst="rightArrow">
            <a:avLst>
              <a:gd fmla="val 50000" name="adj1"/>
              <a:gd fmla="val 50000" name="adj2"/>
            </a:avLst>
          </a:prstGeom>
          <a:solidFill>
            <a:srgbClr val="00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9"/>
          <p:cNvSpPr/>
          <p:nvPr/>
        </p:nvSpPr>
        <p:spPr>
          <a:xfrm>
            <a:off x="4033509" y="2793547"/>
            <a:ext cx="657000" cy="771000"/>
          </a:xfrm>
          <a:prstGeom prst="rightArrow">
            <a:avLst>
              <a:gd fmla="val 50000" name="adj1"/>
              <a:gd fmla="val 50000" name="adj2"/>
            </a:avLst>
          </a:prstGeom>
          <a:solidFill>
            <a:srgbClr val="00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9"/>
          <p:cNvSpPr/>
          <p:nvPr/>
        </p:nvSpPr>
        <p:spPr>
          <a:xfrm>
            <a:off x="4868925" y="2663150"/>
            <a:ext cx="3378900" cy="1032900"/>
          </a:xfrm>
          <a:prstGeom prst="rect">
            <a:avLst/>
          </a:prstGeom>
          <a:solidFill>
            <a:srgbClr val="E6913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9"/>
          <p:cNvSpPr txBox="1"/>
          <p:nvPr/>
        </p:nvSpPr>
        <p:spPr>
          <a:xfrm>
            <a:off x="4778925" y="3152475"/>
            <a:ext cx="3525300" cy="474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Barlow Semi Condensed Light"/>
                <a:ea typeface="Barlow Semi Condensed Light"/>
                <a:cs typeface="Barlow Semi Condensed Light"/>
                <a:sym typeface="Barlow Semi Condensed Light"/>
              </a:rPr>
              <a:t>Arable Land (sq. mi)</a:t>
            </a:r>
            <a:endParaRPr sz="3000">
              <a:latin typeface="Barlow Semi Condensed Light"/>
              <a:ea typeface="Barlow Semi Condensed Light"/>
              <a:cs typeface="Barlow Semi Condensed Light"/>
              <a:sym typeface="Barlow Semi Condensed Light"/>
            </a:endParaRPr>
          </a:p>
        </p:txBody>
      </p:sp>
      <p:cxnSp>
        <p:nvCxnSpPr>
          <p:cNvPr id="595" name="Google Shape;595;p19"/>
          <p:cNvCxnSpPr/>
          <p:nvPr/>
        </p:nvCxnSpPr>
        <p:spPr>
          <a:xfrm>
            <a:off x="4965652" y="3152485"/>
            <a:ext cx="3174000" cy="0"/>
          </a:xfrm>
          <a:prstGeom prst="straightConnector1">
            <a:avLst/>
          </a:prstGeom>
          <a:noFill/>
          <a:ln cap="flat" cmpd="sng" w="76200">
            <a:solidFill>
              <a:srgbClr val="000000"/>
            </a:solidFill>
            <a:prstDash val="solid"/>
            <a:round/>
            <a:headEnd len="med" w="med" type="none"/>
            <a:tailEnd len="med" w="med" type="none"/>
          </a:ln>
        </p:spPr>
      </p:cxnSp>
      <p:sp>
        <p:nvSpPr>
          <p:cNvPr id="596" name="Google Shape;596;p19"/>
          <p:cNvSpPr txBox="1"/>
          <p:nvPr/>
        </p:nvSpPr>
        <p:spPr>
          <a:xfrm>
            <a:off x="5018800" y="2717350"/>
            <a:ext cx="3120300" cy="35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Barlow Semi Condensed Light"/>
                <a:ea typeface="Barlow Semi Condensed Light"/>
                <a:cs typeface="Barlow Semi Condensed Light"/>
                <a:sym typeface="Barlow Semi Condensed Light"/>
              </a:rPr>
              <a:t>Total population</a:t>
            </a:r>
            <a:endParaRPr sz="3000">
              <a:latin typeface="Barlow Semi Condensed Light"/>
              <a:ea typeface="Barlow Semi Condensed Light"/>
              <a:cs typeface="Barlow Semi Condensed Light"/>
              <a:sym typeface="Barlow Semi Condensed Light"/>
            </a:endParaRPr>
          </a:p>
        </p:txBody>
      </p:sp>
      <p:sp>
        <p:nvSpPr>
          <p:cNvPr id="597" name="Google Shape;597;p19"/>
          <p:cNvSpPr/>
          <p:nvPr/>
        </p:nvSpPr>
        <p:spPr>
          <a:xfrm>
            <a:off x="3945079" y="3977505"/>
            <a:ext cx="657000" cy="771000"/>
          </a:xfrm>
          <a:prstGeom prst="rightArrow">
            <a:avLst>
              <a:gd fmla="val 50000" name="adj1"/>
              <a:gd fmla="val 50000" name="adj2"/>
            </a:avLst>
          </a:prstGeom>
          <a:solidFill>
            <a:srgbClr val="000000"/>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9"/>
          <p:cNvSpPr txBox="1"/>
          <p:nvPr/>
        </p:nvSpPr>
        <p:spPr>
          <a:xfrm>
            <a:off x="4880426" y="4383200"/>
            <a:ext cx="3378900" cy="413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Barlow Semi Condensed Light"/>
                <a:ea typeface="Barlow Semi Condensed Light"/>
                <a:cs typeface="Barlow Semi Condensed Light"/>
                <a:sym typeface="Barlow Semi Condensed Light"/>
              </a:rPr>
              <a:t>Arable Land (sq. mi)</a:t>
            </a:r>
            <a:endParaRPr sz="3000">
              <a:latin typeface="Barlow Semi Condensed Light"/>
              <a:ea typeface="Barlow Semi Condensed Light"/>
              <a:cs typeface="Barlow Semi Condensed Light"/>
              <a:sym typeface="Barlow Semi Condensed Light"/>
            </a:endParaRPr>
          </a:p>
        </p:txBody>
      </p:sp>
      <p:cxnSp>
        <p:nvCxnSpPr>
          <p:cNvPr id="599" name="Google Shape;599;p19"/>
          <p:cNvCxnSpPr/>
          <p:nvPr/>
        </p:nvCxnSpPr>
        <p:spPr>
          <a:xfrm>
            <a:off x="4973291" y="4352675"/>
            <a:ext cx="3174000" cy="0"/>
          </a:xfrm>
          <a:prstGeom prst="straightConnector1">
            <a:avLst/>
          </a:prstGeom>
          <a:noFill/>
          <a:ln cap="flat" cmpd="sng" w="76200">
            <a:solidFill>
              <a:srgbClr val="000000"/>
            </a:solidFill>
            <a:prstDash val="solid"/>
            <a:round/>
            <a:headEnd len="med" w="med" type="none"/>
            <a:tailEnd len="med" w="med" type="none"/>
          </a:ln>
        </p:spPr>
      </p:cxnSp>
      <p:sp>
        <p:nvSpPr>
          <p:cNvPr id="600" name="Google Shape;600;p19"/>
          <p:cNvSpPr txBox="1"/>
          <p:nvPr/>
        </p:nvSpPr>
        <p:spPr>
          <a:xfrm>
            <a:off x="5188300" y="3892300"/>
            <a:ext cx="2841900" cy="35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Barlow Semi Condensed Light"/>
                <a:ea typeface="Barlow Semi Condensed Light"/>
                <a:cs typeface="Barlow Semi Condensed Light"/>
                <a:sym typeface="Barlow Semi Condensed Light"/>
              </a:rPr>
              <a:t>Farmers</a:t>
            </a:r>
            <a:endParaRPr sz="3000">
              <a:latin typeface="Barlow Semi Condensed Light"/>
              <a:ea typeface="Barlow Semi Condensed Light"/>
              <a:cs typeface="Barlow Semi Condensed Light"/>
              <a:sym typeface="Barlow Semi Condense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20"/>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How do geographers calculate population density?</a:t>
            </a:r>
            <a:endParaRPr/>
          </a:p>
        </p:txBody>
      </p:sp>
      <p:sp>
        <p:nvSpPr>
          <p:cNvPr id="606" name="Google Shape;606;p20"/>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07" name="Google Shape;607;p20"/>
          <p:cNvPicPr preferRelativeResize="0"/>
          <p:nvPr/>
        </p:nvPicPr>
        <p:blipFill>
          <a:blip r:embed="rId3">
            <a:alphaModFix/>
          </a:blip>
          <a:stretch>
            <a:fillRect/>
          </a:stretch>
        </p:blipFill>
        <p:spPr>
          <a:xfrm>
            <a:off x="2919963" y="4228678"/>
            <a:ext cx="5126524" cy="859850"/>
          </a:xfrm>
          <a:prstGeom prst="rect">
            <a:avLst/>
          </a:prstGeom>
          <a:noFill/>
          <a:ln>
            <a:noFill/>
          </a:ln>
        </p:spPr>
      </p:pic>
      <p:pic>
        <p:nvPicPr>
          <p:cNvPr id="608" name="Google Shape;608;p20"/>
          <p:cNvPicPr preferRelativeResize="0"/>
          <p:nvPr/>
        </p:nvPicPr>
        <p:blipFill rotWithShape="1">
          <a:blip r:embed="rId4">
            <a:alphaModFix/>
          </a:blip>
          <a:srcRect b="7298" l="0" r="5589" t="26297"/>
          <a:stretch/>
        </p:blipFill>
        <p:spPr>
          <a:xfrm>
            <a:off x="2689925" y="1403950"/>
            <a:ext cx="5586600" cy="2824735"/>
          </a:xfrm>
          <a:prstGeom prst="rect">
            <a:avLst/>
          </a:prstGeom>
          <a:noFill/>
          <a:ln>
            <a:noFill/>
          </a:ln>
        </p:spPr>
      </p:pic>
      <p:pic>
        <p:nvPicPr>
          <p:cNvPr id="609" name="Google Shape;609;p20"/>
          <p:cNvPicPr preferRelativeResize="0"/>
          <p:nvPr/>
        </p:nvPicPr>
        <p:blipFill>
          <a:blip r:embed="rId5">
            <a:alphaModFix/>
          </a:blip>
          <a:stretch>
            <a:fillRect/>
          </a:stretch>
        </p:blipFill>
        <p:spPr>
          <a:xfrm>
            <a:off x="754200" y="1189825"/>
            <a:ext cx="1859525" cy="1859525"/>
          </a:xfrm>
          <a:prstGeom prst="rect">
            <a:avLst/>
          </a:prstGeom>
          <a:noFill/>
          <a:ln>
            <a:noFill/>
          </a:ln>
        </p:spPr>
      </p:pic>
      <p:sp>
        <p:nvSpPr>
          <p:cNvPr id="610" name="Google Shape;610;p20"/>
          <p:cNvSpPr txBox="1"/>
          <p:nvPr/>
        </p:nvSpPr>
        <p:spPr>
          <a:xfrm>
            <a:off x="806425" y="2761150"/>
            <a:ext cx="1859400" cy="16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latin typeface="Barlow Semi Condensed Light"/>
                <a:ea typeface="Barlow Semi Condensed Light"/>
                <a:cs typeface="Barlow Semi Condensed Light"/>
                <a:sym typeface="Barlow Semi Condensed Light"/>
              </a:rPr>
              <a:t>Does not account for the uneven distribution of population within each country. No information about clustering or dispersal. </a:t>
            </a:r>
            <a:endParaRPr sz="1800">
              <a:latin typeface="Barlow Semi Condensed Light"/>
              <a:ea typeface="Barlow Semi Condensed Light"/>
              <a:cs typeface="Barlow Semi Condensed Light"/>
              <a:sym typeface="Barlow Semi Condensed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21"/>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How do geographers calculate population density?</a:t>
            </a:r>
            <a:endParaRPr/>
          </a:p>
        </p:txBody>
      </p:sp>
      <p:sp>
        <p:nvSpPr>
          <p:cNvPr id="616" name="Google Shape;616;p21"/>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17" name="Google Shape;617;p21"/>
          <p:cNvPicPr preferRelativeResize="0"/>
          <p:nvPr/>
        </p:nvPicPr>
        <p:blipFill>
          <a:blip r:embed="rId3">
            <a:alphaModFix/>
          </a:blip>
          <a:stretch>
            <a:fillRect/>
          </a:stretch>
        </p:blipFill>
        <p:spPr>
          <a:xfrm>
            <a:off x="2081088" y="4238903"/>
            <a:ext cx="5126524" cy="859850"/>
          </a:xfrm>
          <a:prstGeom prst="rect">
            <a:avLst/>
          </a:prstGeom>
          <a:noFill/>
          <a:ln>
            <a:noFill/>
          </a:ln>
        </p:spPr>
      </p:pic>
      <p:pic>
        <p:nvPicPr>
          <p:cNvPr id="618" name="Google Shape;618;p21"/>
          <p:cNvPicPr preferRelativeResize="0"/>
          <p:nvPr/>
        </p:nvPicPr>
        <p:blipFill rotWithShape="1">
          <a:blip r:embed="rId4">
            <a:alphaModFix/>
          </a:blip>
          <a:srcRect b="40396" l="62513" r="22076" t="41538"/>
          <a:stretch/>
        </p:blipFill>
        <p:spPr>
          <a:xfrm>
            <a:off x="695075" y="2048412"/>
            <a:ext cx="2428300" cy="2046325"/>
          </a:xfrm>
          <a:prstGeom prst="rect">
            <a:avLst/>
          </a:prstGeom>
          <a:noFill/>
          <a:ln>
            <a:noFill/>
          </a:ln>
        </p:spPr>
      </p:pic>
      <p:pic>
        <p:nvPicPr>
          <p:cNvPr id="619" name="Google Shape;619;p21"/>
          <p:cNvPicPr preferRelativeResize="0"/>
          <p:nvPr/>
        </p:nvPicPr>
        <p:blipFill>
          <a:blip r:embed="rId5">
            <a:alphaModFix/>
          </a:blip>
          <a:stretch>
            <a:fillRect/>
          </a:stretch>
        </p:blipFill>
        <p:spPr>
          <a:xfrm>
            <a:off x="269225" y="3400200"/>
            <a:ext cx="828675" cy="1066800"/>
          </a:xfrm>
          <a:prstGeom prst="rect">
            <a:avLst/>
          </a:prstGeom>
          <a:noFill/>
          <a:ln>
            <a:noFill/>
          </a:ln>
        </p:spPr>
      </p:pic>
      <p:pic>
        <p:nvPicPr>
          <p:cNvPr id="620" name="Google Shape;620;p21"/>
          <p:cNvPicPr preferRelativeResize="0"/>
          <p:nvPr/>
        </p:nvPicPr>
        <p:blipFill>
          <a:blip r:embed="rId6">
            <a:alphaModFix/>
          </a:blip>
          <a:stretch>
            <a:fillRect/>
          </a:stretch>
        </p:blipFill>
        <p:spPr>
          <a:xfrm>
            <a:off x="3505575" y="1988625"/>
            <a:ext cx="2745915" cy="2250277"/>
          </a:xfrm>
          <a:prstGeom prst="rect">
            <a:avLst/>
          </a:prstGeom>
          <a:noFill/>
          <a:ln>
            <a:noFill/>
          </a:ln>
        </p:spPr>
      </p:pic>
      <p:sp>
        <p:nvSpPr>
          <p:cNvPr id="621" name="Google Shape;621;p21"/>
          <p:cNvSpPr txBox="1"/>
          <p:nvPr/>
        </p:nvSpPr>
        <p:spPr>
          <a:xfrm>
            <a:off x="661200" y="1372975"/>
            <a:ext cx="7843200" cy="40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highlight>
                  <a:srgbClr val="FFE6BA"/>
                </a:highlight>
                <a:latin typeface="Barlow Semi Condensed"/>
                <a:ea typeface="Barlow Semi Condensed"/>
                <a:cs typeface="Barlow Semi Condensed"/>
                <a:sym typeface="Barlow Semi Condensed"/>
              </a:rPr>
              <a:t>How does our </a:t>
            </a:r>
            <a:r>
              <a:rPr b="1" lang="en" sz="1300">
                <a:highlight>
                  <a:srgbClr val="FFE6BA"/>
                </a:highlight>
                <a:latin typeface="Barlow Semi Condensed"/>
                <a:ea typeface="Barlow Semi Condensed"/>
                <a:cs typeface="Barlow Semi Condensed"/>
                <a:sym typeface="Barlow Semi Condensed"/>
              </a:rPr>
              <a:t>understanding</a:t>
            </a:r>
            <a:r>
              <a:rPr b="1" lang="en" sz="1300">
                <a:highlight>
                  <a:srgbClr val="FFE6BA"/>
                </a:highlight>
                <a:latin typeface="Barlow Semi Condensed"/>
                <a:ea typeface="Barlow Semi Condensed"/>
                <a:cs typeface="Barlow Semi Condensed"/>
                <a:sym typeface="Barlow Semi Condensed"/>
              </a:rPr>
              <a:t> of population distribution and density change when we change the scale of analysis?</a:t>
            </a:r>
            <a:endParaRPr b="1" sz="1300">
              <a:highlight>
                <a:srgbClr val="FFE6BA"/>
              </a:highlight>
              <a:latin typeface="Barlow Semi Condensed"/>
              <a:ea typeface="Barlow Semi Condensed"/>
              <a:cs typeface="Barlow Semi Condensed"/>
              <a:sym typeface="Barlow Semi Condensed"/>
            </a:endParaRPr>
          </a:p>
        </p:txBody>
      </p:sp>
      <p:sp>
        <p:nvSpPr>
          <p:cNvPr id="622" name="Google Shape;622;p21"/>
          <p:cNvSpPr txBox="1"/>
          <p:nvPr/>
        </p:nvSpPr>
        <p:spPr>
          <a:xfrm>
            <a:off x="793425" y="1610700"/>
            <a:ext cx="7710900" cy="40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Barlow Semi Condensed Light"/>
                <a:ea typeface="Barlow Semi Condensed Light"/>
                <a:cs typeface="Barlow Semi Condensed Light"/>
                <a:sym typeface="Barlow Semi Condensed Light"/>
              </a:rPr>
              <a:t>94% of China’s population lives in the Eastern region. </a:t>
            </a:r>
            <a:endParaRPr sz="1500">
              <a:latin typeface="Barlow Semi Condensed Light"/>
              <a:ea typeface="Barlow Semi Condensed Light"/>
              <a:cs typeface="Barlow Semi Condensed Light"/>
              <a:sym typeface="Barlow Semi Condensed Light"/>
            </a:endParaRPr>
          </a:p>
          <a:p>
            <a:pPr indent="0" lvl="0" marL="0" rtl="0" algn="ctr">
              <a:spcBef>
                <a:spcPts val="0"/>
              </a:spcBef>
              <a:spcAft>
                <a:spcPts val="0"/>
              </a:spcAft>
              <a:buNone/>
            </a:pPr>
            <a:r>
              <a:t/>
            </a:r>
            <a:endParaRPr sz="1800">
              <a:latin typeface="Barlow Semi Condensed Light"/>
              <a:ea typeface="Barlow Semi Condensed Light"/>
              <a:cs typeface="Barlow Semi Condensed Light"/>
              <a:sym typeface="Barlow Semi Condensed Light"/>
            </a:endParaRPr>
          </a:p>
          <a:p>
            <a:pPr indent="0" lvl="0" marL="0" rtl="0" algn="ctr">
              <a:spcBef>
                <a:spcPts val="0"/>
              </a:spcBef>
              <a:spcAft>
                <a:spcPts val="0"/>
              </a:spcAft>
              <a:buNone/>
            </a:pPr>
            <a:r>
              <a:t/>
            </a:r>
            <a:endParaRPr sz="1800">
              <a:latin typeface="Barlow Semi Condensed Light"/>
              <a:ea typeface="Barlow Semi Condensed Light"/>
              <a:cs typeface="Barlow Semi Condensed Light"/>
              <a:sym typeface="Barlow Semi Condensed Light"/>
            </a:endParaRPr>
          </a:p>
        </p:txBody>
      </p:sp>
      <p:pic>
        <p:nvPicPr>
          <p:cNvPr id="623" name="Google Shape;623;p21"/>
          <p:cNvPicPr preferRelativeResize="0"/>
          <p:nvPr/>
        </p:nvPicPr>
        <p:blipFill>
          <a:blip r:embed="rId7">
            <a:alphaModFix/>
          </a:blip>
          <a:stretch>
            <a:fillRect/>
          </a:stretch>
        </p:blipFill>
        <p:spPr>
          <a:xfrm>
            <a:off x="6461075" y="1885249"/>
            <a:ext cx="2405893" cy="2250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2"/>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How do geographers calculate population density?</a:t>
            </a:r>
            <a:endParaRPr/>
          </a:p>
        </p:txBody>
      </p:sp>
      <p:sp>
        <p:nvSpPr>
          <p:cNvPr id="629" name="Google Shape;629;p22"/>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30" name="Google Shape;630;p22"/>
          <p:cNvPicPr preferRelativeResize="0"/>
          <p:nvPr/>
        </p:nvPicPr>
        <p:blipFill>
          <a:blip r:embed="rId3">
            <a:alphaModFix/>
          </a:blip>
          <a:stretch>
            <a:fillRect/>
          </a:stretch>
        </p:blipFill>
        <p:spPr>
          <a:xfrm>
            <a:off x="3259449" y="4339475"/>
            <a:ext cx="4500475" cy="695675"/>
          </a:xfrm>
          <a:prstGeom prst="rect">
            <a:avLst/>
          </a:prstGeom>
          <a:noFill/>
          <a:ln>
            <a:noFill/>
          </a:ln>
        </p:spPr>
      </p:pic>
      <p:pic>
        <p:nvPicPr>
          <p:cNvPr id="631" name="Google Shape;631;p22"/>
          <p:cNvPicPr preferRelativeResize="0"/>
          <p:nvPr/>
        </p:nvPicPr>
        <p:blipFill rotWithShape="1">
          <a:blip r:embed="rId4">
            <a:alphaModFix/>
          </a:blip>
          <a:srcRect b="4765" l="0" r="0" t="32708"/>
          <a:stretch/>
        </p:blipFill>
        <p:spPr>
          <a:xfrm>
            <a:off x="2811324" y="1452900"/>
            <a:ext cx="5701525" cy="2886575"/>
          </a:xfrm>
          <a:prstGeom prst="rect">
            <a:avLst/>
          </a:prstGeom>
          <a:noFill/>
          <a:ln>
            <a:noFill/>
          </a:ln>
        </p:spPr>
      </p:pic>
      <p:pic>
        <p:nvPicPr>
          <p:cNvPr id="632" name="Google Shape;632;p22"/>
          <p:cNvPicPr preferRelativeResize="0"/>
          <p:nvPr/>
        </p:nvPicPr>
        <p:blipFill>
          <a:blip r:embed="rId5">
            <a:alphaModFix/>
          </a:blip>
          <a:stretch>
            <a:fillRect/>
          </a:stretch>
        </p:blipFill>
        <p:spPr>
          <a:xfrm>
            <a:off x="1053862" y="1377575"/>
            <a:ext cx="1465525" cy="1465525"/>
          </a:xfrm>
          <a:prstGeom prst="rect">
            <a:avLst/>
          </a:prstGeom>
          <a:noFill/>
          <a:ln>
            <a:noFill/>
          </a:ln>
        </p:spPr>
      </p:pic>
      <p:sp>
        <p:nvSpPr>
          <p:cNvPr id="633" name="Google Shape;633;p22"/>
          <p:cNvSpPr txBox="1"/>
          <p:nvPr/>
        </p:nvSpPr>
        <p:spPr>
          <a:xfrm>
            <a:off x="804875" y="2843100"/>
            <a:ext cx="1963500" cy="164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500">
                <a:latin typeface="Barlow Semi Condensed Light"/>
                <a:ea typeface="Barlow Semi Condensed Light"/>
                <a:cs typeface="Barlow Semi Condensed Light"/>
                <a:sym typeface="Barlow Semi Condensed Light"/>
              </a:rPr>
              <a:t>Carrying Capacity: The maximum population size that can be supported by the available resources without damaging the environment or using natural resources unsustainably. </a:t>
            </a:r>
            <a:endParaRPr sz="1500">
              <a:latin typeface="Barlow Semi Condensed Light"/>
              <a:ea typeface="Barlow Semi Condensed Light"/>
              <a:cs typeface="Barlow Semi Condensed Light"/>
              <a:sym typeface="Barlow Semi Condensed Light"/>
            </a:endParaRPr>
          </a:p>
          <a:p>
            <a:pPr indent="0" lvl="0" marL="0" rtl="0" algn="ctr">
              <a:spcBef>
                <a:spcPts val="0"/>
              </a:spcBef>
              <a:spcAft>
                <a:spcPts val="0"/>
              </a:spcAft>
              <a:buNone/>
            </a:pPr>
            <a:r>
              <a:t/>
            </a:r>
            <a:endParaRPr sz="1800">
              <a:latin typeface="Barlow Semi Condensed Light"/>
              <a:ea typeface="Barlow Semi Condensed Light"/>
              <a:cs typeface="Barlow Semi Condensed Light"/>
              <a:sym typeface="Barlow Semi Condensed Light"/>
            </a:endParaRPr>
          </a:p>
          <a:p>
            <a:pPr indent="0" lvl="0" marL="0" rtl="0" algn="ctr">
              <a:spcBef>
                <a:spcPts val="0"/>
              </a:spcBef>
              <a:spcAft>
                <a:spcPts val="0"/>
              </a:spcAft>
              <a:buNone/>
            </a:pPr>
            <a:r>
              <a:t/>
            </a:r>
            <a:endParaRPr sz="1800">
              <a:latin typeface="Barlow Semi Condensed Light"/>
              <a:ea typeface="Barlow Semi Condensed Light"/>
              <a:cs typeface="Barlow Semi Condensed Light"/>
              <a:sym typeface="Barlow Semi Condensed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23"/>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How do geographers calculate population density?</a:t>
            </a:r>
            <a:endParaRPr/>
          </a:p>
        </p:txBody>
      </p:sp>
      <p:sp>
        <p:nvSpPr>
          <p:cNvPr id="639" name="Google Shape;639;p23"/>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40" name="Google Shape;640;p23"/>
          <p:cNvPicPr preferRelativeResize="0"/>
          <p:nvPr/>
        </p:nvPicPr>
        <p:blipFill>
          <a:blip r:embed="rId3">
            <a:alphaModFix/>
          </a:blip>
          <a:stretch>
            <a:fillRect/>
          </a:stretch>
        </p:blipFill>
        <p:spPr>
          <a:xfrm>
            <a:off x="4972150" y="1830303"/>
            <a:ext cx="3243300" cy="3132478"/>
          </a:xfrm>
          <a:prstGeom prst="rect">
            <a:avLst/>
          </a:prstGeom>
          <a:noFill/>
          <a:ln>
            <a:noFill/>
          </a:ln>
        </p:spPr>
      </p:pic>
      <p:sp>
        <p:nvSpPr>
          <p:cNvPr id="641" name="Google Shape;641;p23"/>
          <p:cNvSpPr txBox="1"/>
          <p:nvPr/>
        </p:nvSpPr>
        <p:spPr>
          <a:xfrm>
            <a:off x="763400" y="1360925"/>
            <a:ext cx="7740900" cy="32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highlight>
                  <a:srgbClr val="FFE6BA"/>
                </a:highlight>
                <a:latin typeface="Barlow Semi Condensed"/>
                <a:ea typeface="Barlow Semi Condensed"/>
                <a:cs typeface="Barlow Semi Condensed"/>
                <a:sym typeface="Barlow Semi Condensed"/>
              </a:rPr>
              <a:t>How does our understanding of population distribution and density change when use physiological density?</a:t>
            </a:r>
            <a:endParaRPr b="1" sz="1300">
              <a:highlight>
                <a:srgbClr val="FFE6BA"/>
              </a:highlight>
              <a:latin typeface="Barlow Semi Condensed"/>
              <a:ea typeface="Barlow Semi Condensed"/>
              <a:cs typeface="Barlow Semi Condensed"/>
              <a:sym typeface="Barlow Semi Condensed"/>
            </a:endParaRPr>
          </a:p>
        </p:txBody>
      </p:sp>
      <p:sp>
        <p:nvSpPr>
          <p:cNvPr id="642" name="Google Shape;642;p23"/>
          <p:cNvSpPr txBox="1"/>
          <p:nvPr/>
        </p:nvSpPr>
        <p:spPr>
          <a:xfrm>
            <a:off x="1119250" y="1864675"/>
            <a:ext cx="3243300" cy="653700"/>
          </a:xfrm>
          <a:prstGeom prst="rect">
            <a:avLst/>
          </a:prstGeom>
          <a:solidFill>
            <a:schemeClr val="accent2"/>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Oswald Light"/>
                <a:ea typeface="Oswald Light"/>
                <a:cs typeface="Oswald Light"/>
                <a:sym typeface="Oswald Light"/>
              </a:rPr>
              <a:t>ARITHMETIC (2020) - 257</a:t>
            </a:r>
            <a:endParaRPr sz="2400">
              <a:latin typeface="Oswald Light"/>
              <a:ea typeface="Oswald Light"/>
              <a:cs typeface="Oswald Light"/>
              <a:sym typeface="Oswald Light"/>
            </a:endParaRPr>
          </a:p>
        </p:txBody>
      </p:sp>
      <p:sp>
        <p:nvSpPr>
          <p:cNvPr id="643" name="Google Shape;643;p23"/>
          <p:cNvSpPr txBox="1"/>
          <p:nvPr/>
        </p:nvSpPr>
        <p:spPr>
          <a:xfrm>
            <a:off x="902050" y="2690075"/>
            <a:ext cx="3677700" cy="653700"/>
          </a:xfrm>
          <a:prstGeom prst="rect">
            <a:avLst/>
          </a:prstGeom>
          <a:solidFill>
            <a:schemeClr val="accent2"/>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latin typeface="Oswald Light"/>
                <a:ea typeface="Oswald Light"/>
                <a:cs typeface="Oswald Light"/>
                <a:sym typeface="Oswald Light"/>
              </a:rPr>
              <a:t>PHYSIOLOGICAL</a:t>
            </a:r>
            <a:r>
              <a:rPr lang="en" sz="2400">
                <a:latin typeface="Oswald Light"/>
                <a:ea typeface="Oswald Light"/>
                <a:cs typeface="Oswald Light"/>
                <a:sym typeface="Oswald Light"/>
              </a:rPr>
              <a:t> (2020) - 9,182</a:t>
            </a:r>
            <a:endParaRPr sz="2400">
              <a:latin typeface="Oswald Light"/>
              <a:ea typeface="Oswald Light"/>
              <a:cs typeface="Oswald Light"/>
              <a:sym typeface="Oswald Light"/>
            </a:endParaRPr>
          </a:p>
        </p:txBody>
      </p:sp>
      <p:sp>
        <p:nvSpPr>
          <p:cNvPr id="644" name="Google Shape;644;p23"/>
          <p:cNvSpPr txBox="1"/>
          <p:nvPr/>
        </p:nvSpPr>
        <p:spPr>
          <a:xfrm>
            <a:off x="902050" y="3462075"/>
            <a:ext cx="3854400" cy="14148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Font typeface="Barlow Light"/>
              <a:buChar char="●"/>
            </a:pPr>
            <a:r>
              <a:rPr lang="en" sz="1500">
                <a:latin typeface="Barlow Light"/>
                <a:ea typeface="Barlow Light"/>
                <a:cs typeface="Barlow Light"/>
                <a:sym typeface="Barlow Light"/>
              </a:rPr>
              <a:t>95% of the population of Egypt live on just 3% of land - along the Nile River.</a:t>
            </a:r>
            <a:br>
              <a:rPr lang="en" sz="1500">
                <a:latin typeface="Barlow Light"/>
                <a:ea typeface="Barlow Light"/>
                <a:cs typeface="Barlow Light"/>
                <a:sym typeface="Barlow Light"/>
              </a:rPr>
            </a:br>
            <a:r>
              <a:rPr lang="en" sz="1500">
                <a:latin typeface="Barlow Light"/>
                <a:ea typeface="Barlow Light"/>
                <a:cs typeface="Barlow Light"/>
                <a:sym typeface="Barlow Light"/>
              </a:rPr>
              <a:t> </a:t>
            </a:r>
            <a:endParaRPr sz="1500">
              <a:latin typeface="Barlow Light"/>
              <a:ea typeface="Barlow Light"/>
              <a:cs typeface="Barlow Light"/>
              <a:sym typeface="Barlow Light"/>
            </a:endParaRPr>
          </a:p>
          <a:p>
            <a:pPr indent="-323850" lvl="0" marL="457200" rtl="0" algn="l">
              <a:spcBef>
                <a:spcPts val="0"/>
              </a:spcBef>
              <a:spcAft>
                <a:spcPts val="0"/>
              </a:spcAft>
              <a:buSzPts val="1500"/>
              <a:buFont typeface="Barlow Light"/>
              <a:buChar char="●"/>
            </a:pPr>
            <a:r>
              <a:rPr lang="en" sz="1500">
                <a:latin typeface="Barlow Light"/>
                <a:ea typeface="Barlow Light"/>
                <a:cs typeface="Barlow Light"/>
                <a:sym typeface="Barlow Light"/>
              </a:rPr>
              <a:t>What is the physical environment of Egypt?</a:t>
            </a:r>
            <a:endParaRPr sz="1500">
              <a:latin typeface="Barlow Light"/>
              <a:ea typeface="Barlow Light"/>
              <a:cs typeface="Barlow Light"/>
              <a:sym typeface="Barlow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24"/>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How do geographers calculate population density?</a:t>
            </a:r>
            <a:endParaRPr/>
          </a:p>
        </p:txBody>
      </p:sp>
      <p:sp>
        <p:nvSpPr>
          <p:cNvPr id="650" name="Google Shape;650;p24"/>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51" name="Google Shape;651;p24"/>
          <p:cNvSpPr txBox="1"/>
          <p:nvPr/>
        </p:nvSpPr>
        <p:spPr>
          <a:xfrm>
            <a:off x="661100" y="1318000"/>
            <a:ext cx="2820300" cy="3756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500">
                <a:latin typeface="Barlow Semi Condensed Light"/>
                <a:ea typeface="Barlow Semi Condensed Light"/>
                <a:cs typeface="Barlow Semi Condensed Light"/>
                <a:sym typeface="Barlow Semi Condensed Light"/>
              </a:rPr>
              <a:t>Better indicator of a </a:t>
            </a:r>
            <a:r>
              <a:rPr lang="en" sz="1500">
                <a:latin typeface="Barlow Semi Condensed Light"/>
                <a:ea typeface="Barlow Semi Condensed Light"/>
                <a:cs typeface="Barlow Semi Condensed Light"/>
                <a:sym typeface="Barlow Semi Condensed Light"/>
              </a:rPr>
              <a:t>country's</a:t>
            </a:r>
            <a:r>
              <a:rPr lang="en" sz="1500">
                <a:latin typeface="Barlow Semi Condensed Light"/>
                <a:ea typeface="Barlow Semi Condensed Light"/>
                <a:cs typeface="Barlow Semi Condensed Light"/>
                <a:sym typeface="Barlow Semi Condensed Light"/>
              </a:rPr>
              <a:t> level of </a:t>
            </a:r>
            <a:r>
              <a:rPr b="1" lang="en" sz="1500">
                <a:latin typeface="Barlow Semi Condensed"/>
                <a:ea typeface="Barlow Semi Condensed"/>
                <a:cs typeface="Barlow Semi Condensed"/>
                <a:sym typeface="Barlow Semi Condensed"/>
              </a:rPr>
              <a:t>economic development</a:t>
            </a:r>
            <a:r>
              <a:rPr lang="en" sz="1500">
                <a:latin typeface="Barlow Semi Condensed Light"/>
                <a:ea typeface="Barlow Semi Condensed Light"/>
                <a:cs typeface="Barlow Semi Condensed Light"/>
                <a:sym typeface="Barlow Semi Condensed Light"/>
              </a:rPr>
              <a:t> rather than population distribution. </a:t>
            </a:r>
            <a:endParaRPr sz="1500">
              <a:latin typeface="Barlow Semi Condensed Light"/>
              <a:ea typeface="Barlow Semi Condensed Light"/>
              <a:cs typeface="Barlow Semi Condensed Light"/>
              <a:sym typeface="Barlow Semi Condensed Light"/>
            </a:endParaRPr>
          </a:p>
          <a:p>
            <a:pPr indent="0" lvl="0" marL="0" rtl="0" algn="l">
              <a:spcBef>
                <a:spcPts val="0"/>
              </a:spcBef>
              <a:spcAft>
                <a:spcPts val="0"/>
              </a:spcAft>
              <a:buNone/>
            </a:pPr>
            <a:r>
              <a:t/>
            </a:r>
            <a:endParaRPr sz="1500">
              <a:latin typeface="Barlow Semi Condensed Light"/>
              <a:ea typeface="Barlow Semi Condensed Light"/>
              <a:cs typeface="Barlow Semi Condensed Light"/>
              <a:sym typeface="Barlow Semi Condensed Light"/>
            </a:endParaRPr>
          </a:p>
          <a:p>
            <a:pPr indent="0" lvl="0" marL="0" rtl="0" algn="l">
              <a:spcBef>
                <a:spcPts val="0"/>
              </a:spcBef>
              <a:spcAft>
                <a:spcPts val="0"/>
              </a:spcAft>
              <a:buNone/>
            </a:pPr>
            <a:r>
              <a:rPr lang="en" sz="1500">
                <a:latin typeface="Barlow Semi Condensed Light"/>
                <a:ea typeface="Barlow Semi Condensed Light"/>
                <a:cs typeface="Barlow Semi Condensed Light"/>
                <a:sym typeface="Barlow Semi Condensed Light"/>
              </a:rPr>
              <a:t>High: LDCs</a:t>
            </a:r>
            <a:endParaRPr sz="1500">
              <a:latin typeface="Barlow Semi Condensed Light"/>
              <a:ea typeface="Barlow Semi Condensed Light"/>
              <a:cs typeface="Barlow Semi Condensed Light"/>
              <a:sym typeface="Barlow Semi Condensed Light"/>
            </a:endParaRPr>
          </a:p>
          <a:p>
            <a:pPr indent="-323850" lvl="0" marL="457200" rtl="0" algn="l">
              <a:spcBef>
                <a:spcPts val="0"/>
              </a:spcBef>
              <a:spcAft>
                <a:spcPts val="0"/>
              </a:spcAft>
              <a:buSzPts val="1500"/>
              <a:buFont typeface="Barlow Semi Condensed Light"/>
              <a:buChar char="-"/>
            </a:pPr>
            <a:r>
              <a:rPr lang="en" sz="1500">
                <a:latin typeface="Barlow Semi Condensed Light"/>
                <a:ea typeface="Barlow Semi Condensed Light"/>
                <a:cs typeface="Barlow Semi Condensed Light"/>
                <a:sym typeface="Barlow Semi Condensed Light"/>
              </a:rPr>
              <a:t>Low level of technology </a:t>
            </a:r>
            <a:endParaRPr sz="1500">
              <a:latin typeface="Barlow Semi Condensed Light"/>
              <a:ea typeface="Barlow Semi Condensed Light"/>
              <a:cs typeface="Barlow Semi Condensed Light"/>
              <a:sym typeface="Barlow Semi Condensed Light"/>
            </a:endParaRPr>
          </a:p>
          <a:p>
            <a:pPr indent="-323850" lvl="0" marL="457200" rtl="0" algn="l">
              <a:spcBef>
                <a:spcPts val="0"/>
              </a:spcBef>
              <a:spcAft>
                <a:spcPts val="0"/>
              </a:spcAft>
              <a:buSzPts val="1500"/>
              <a:buFont typeface="Barlow Semi Condensed Light"/>
              <a:buChar char="-"/>
            </a:pPr>
            <a:r>
              <a:rPr lang="en" sz="1500">
                <a:latin typeface="Barlow Semi Condensed Light"/>
                <a:ea typeface="Barlow Semi Condensed Light"/>
                <a:cs typeface="Barlow Semi Condensed Light"/>
                <a:sym typeface="Barlow Semi Condensed Light"/>
              </a:rPr>
              <a:t>Farming by hand = more farmers</a:t>
            </a:r>
            <a:endParaRPr sz="1500">
              <a:latin typeface="Barlow Semi Condensed Light"/>
              <a:ea typeface="Barlow Semi Condensed Light"/>
              <a:cs typeface="Barlow Semi Condensed Light"/>
              <a:sym typeface="Barlow Semi Condensed Light"/>
            </a:endParaRPr>
          </a:p>
          <a:p>
            <a:pPr indent="-323850" lvl="0" marL="457200" rtl="0" algn="l">
              <a:spcBef>
                <a:spcPts val="0"/>
              </a:spcBef>
              <a:spcAft>
                <a:spcPts val="0"/>
              </a:spcAft>
              <a:buSzPts val="1500"/>
              <a:buFont typeface="Barlow Semi Condensed Light"/>
              <a:buChar char="-"/>
            </a:pPr>
            <a:r>
              <a:rPr lang="en" sz="1500">
                <a:latin typeface="Barlow Semi Condensed Light"/>
                <a:ea typeface="Barlow Semi Condensed Light"/>
                <a:cs typeface="Barlow Semi Condensed Light"/>
                <a:sym typeface="Barlow Semi Condensed Light"/>
              </a:rPr>
              <a:t>Low output </a:t>
            </a:r>
            <a:endParaRPr sz="1500">
              <a:latin typeface="Barlow Semi Condensed Light"/>
              <a:ea typeface="Barlow Semi Condensed Light"/>
              <a:cs typeface="Barlow Semi Condensed Light"/>
              <a:sym typeface="Barlow Semi Condensed Light"/>
            </a:endParaRPr>
          </a:p>
          <a:p>
            <a:pPr indent="0" lvl="0" marL="0" rtl="0" algn="l">
              <a:spcBef>
                <a:spcPts val="0"/>
              </a:spcBef>
              <a:spcAft>
                <a:spcPts val="0"/>
              </a:spcAft>
              <a:buNone/>
            </a:pPr>
            <a:r>
              <a:t/>
            </a:r>
            <a:endParaRPr sz="1500">
              <a:latin typeface="Barlow Semi Condensed Light"/>
              <a:ea typeface="Barlow Semi Condensed Light"/>
              <a:cs typeface="Barlow Semi Condensed Light"/>
              <a:sym typeface="Barlow Semi Condensed Light"/>
            </a:endParaRPr>
          </a:p>
          <a:p>
            <a:pPr indent="0" lvl="0" marL="0" rtl="0" algn="l">
              <a:spcBef>
                <a:spcPts val="0"/>
              </a:spcBef>
              <a:spcAft>
                <a:spcPts val="0"/>
              </a:spcAft>
              <a:buNone/>
            </a:pPr>
            <a:r>
              <a:rPr lang="en" sz="1500">
                <a:latin typeface="Barlow Semi Condensed Light"/>
                <a:ea typeface="Barlow Semi Condensed Light"/>
                <a:cs typeface="Barlow Semi Condensed Light"/>
                <a:sym typeface="Barlow Semi Condensed Light"/>
              </a:rPr>
              <a:t>Low: MDCs</a:t>
            </a:r>
            <a:endParaRPr sz="1500">
              <a:latin typeface="Barlow Semi Condensed Light"/>
              <a:ea typeface="Barlow Semi Condensed Light"/>
              <a:cs typeface="Barlow Semi Condensed Light"/>
              <a:sym typeface="Barlow Semi Condensed Light"/>
            </a:endParaRPr>
          </a:p>
          <a:p>
            <a:pPr indent="-323850" lvl="0" marL="457200" rtl="0" algn="l">
              <a:spcBef>
                <a:spcPts val="0"/>
              </a:spcBef>
              <a:spcAft>
                <a:spcPts val="0"/>
              </a:spcAft>
              <a:buSzPts val="1500"/>
              <a:buFont typeface="Barlow Semi Condensed Light"/>
              <a:buChar char="-"/>
            </a:pPr>
            <a:r>
              <a:rPr lang="en" sz="1500">
                <a:latin typeface="Barlow Semi Condensed Light"/>
                <a:ea typeface="Barlow Semi Condensed Light"/>
                <a:cs typeface="Barlow Semi Condensed Light"/>
                <a:sym typeface="Barlow Semi Condensed Light"/>
              </a:rPr>
              <a:t>High levels of mechanization</a:t>
            </a:r>
            <a:endParaRPr sz="1500">
              <a:latin typeface="Barlow Semi Condensed Light"/>
              <a:ea typeface="Barlow Semi Condensed Light"/>
              <a:cs typeface="Barlow Semi Condensed Light"/>
              <a:sym typeface="Barlow Semi Condensed Light"/>
            </a:endParaRPr>
          </a:p>
          <a:p>
            <a:pPr indent="-323850" lvl="0" marL="457200" rtl="0" algn="l">
              <a:spcBef>
                <a:spcPts val="0"/>
              </a:spcBef>
              <a:spcAft>
                <a:spcPts val="0"/>
              </a:spcAft>
              <a:buSzPts val="1500"/>
              <a:buFont typeface="Barlow Semi Condensed Light"/>
              <a:buChar char="-"/>
            </a:pPr>
            <a:r>
              <a:rPr lang="en" sz="1500">
                <a:latin typeface="Barlow Semi Condensed Light"/>
                <a:ea typeface="Barlow Semi Condensed Light"/>
                <a:cs typeface="Barlow Semi Condensed Light"/>
                <a:sym typeface="Barlow Semi Condensed Light"/>
              </a:rPr>
              <a:t>Less farmers but more output. </a:t>
            </a:r>
            <a:endParaRPr sz="1800">
              <a:latin typeface="Barlow Semi Condensed Light"/>
              <a:ea typeface="Barlow Semi Condensed Light"/>
              <a:cs typeface="Barlow Semi Condensed Light"/>
              <a:sym typeface="Barlow Semi Condensed Light"/>
            </a:endParaRPr>
          </a:p>
        </p:txBody>
      </p:sp>
      <p:pic>
        <p:nvPicPr>
          <p:cNvPr id="652" name="Google Shape;652;p24"/>
          <p:cNvPicPr preferRelativeResize="0"/>
          <p:nvPr/>
        </p:nvPicPr>
        <p:blipFill>
          <a:blip r:embed="rId3">
            <a:alphaModFix/>
          </a:blip>
          <a:stretch>
            <a:fillRect/>
          </a:stretch>
        </p:blipFill>
        <p:spPr>
          <a:xfrm>
            <a:off x="3536137" y="4298475"/>
            <a:ext cx="4844575" cy="776175"/>
          </a:xfrm>
          <a:prstGeom prst="rect">
            <a:avLst/>
          </a:prstGeom>
          <a:noFill/>
          <a:ln>
            <a:noFill/>
          </a:ln>
        </p:spPr>
      </p:pic>
      <p:pic>
        <p:nvPicPr>
          <p:cNvPr id="653" name="Google Shape;653;p24"/>
          <p:cNvPicPr preferRelativeResize="0"/>
          <p:nvPr/>
        </p:nvPicPr>
        <p:blipFill rotWithShape="1">
          <a:blip r:embed="rId4">
            <a:alphaModFix/>
          </a:blip>
          <a:srcRect b="5546" l="0" r="2267" t="22247"/>
          <a:stretch/>
        </p:blipFill>
        <p:spPr>
          <a:xfrm>
            <a:off x="3435525" y="1397526"/>
            <a:ext cx="5285399" cy="2669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25"/>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How do geographers calculate population density?</a:t>
            </a:r>
            <a:endParaRPr/>
          </a:p>
        </p:txBody>
      </p:sp>
      <p:sp>
        <p:nvSpPr>
          <p:cNvPr id="659" name="Google Shape;659;p25"/>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60" name="Google Shape;660;p25"/>
          <p:cNvPicPr preferRelativeResize="0"/>
          <p:nvPr/>
        </p:nvPicPr>
        <p:blipFill>
          <a:blip r:embed="rId3">
            <a:alphaModFix/>
          </a:blip>
          <a:stretch>
            <a:fillRect/>
          </a:stretch>
        </p:blipFill>
        <p:spPr>
          <a:xfrm>
            <a:off x="2216737" y="4126375"/>
            <a:ext cx="4844575" cy="776175"/>
          </a:xfrm>
          <a:prstGeom prst="rect">
            <a:avLst/>
          </a:prstGeom>
          <a:noFill/>
          <a:ln>
            <a:noFill/>
          </a:ln>
        </p:spPr>
      </p:pic>
      <p:pic>
        <p:nvPicPr>
          <p:cNvPr id="661" name="Google Shape;661;p25"/>
          <p:cNvPicPr preferRelativeResize="0"/>
          <p:nvPr/>
        </p:nvPicPr>
        <p:blipFill>
          <a:blip r:embed="rId4">
            <a:alphaModFix/>
          </a:blip>
          <a:stretch>
            <a:fillRect/>
          </a:stretch>
        </p:blipFill>
        <p:spPr>
          <a:xfrm>
            <a:off x="944025" y="1719563"/>
            <a:ext cx="3789225" cy="2131451"/>
          </a:xfrm>
          <a:prstGeom prst="rect">
            <a:avLst/>
          </a:prstGeom>
          <a:noFill/>
          <a:ln>
            <a:noFill/>
          </a:ln>
        </p:spPr>
      </p:pic>
      <p:pic>
        <p:nvPicPr>
          <p:cNvPr id="662" name="Google Shape;662;p25"/>
          <p:cNvPicPr preferRelativeResize="0"/>
          <p:nvPr/>
        </p:nvPicPr>
        <p:blipFill>
          <a:blip r:embed="rId5">
            <a:alphaModFix/>
          </a:blip>
          <a:stretch>
            <a:fillRect/>
          </a:stretch>
        </p:blipFill>
        <p:spPr>
          <a:xfrm>
            <a:off x="4954500" y="1719574"/>
            <a:ext cx="3789280" cy="2131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26"/>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Objective and Essential Learning </a:t>
            </a:r>
            <a:endParaRPr/>
          </a:p>
        </p:txBody>
      </p:sp>
      <p:sp>
        <p:nvSpPr>
          <p:cNvPr id="668" name="Google Shape;668;p26"/>
          <p:cNvSpPr txBox="1"/>
          <p:nvPr>
            <p:ph idx="1" type="body"/>
          </p:nvPr>
        </p:nvSpPr>
        <p:spPr>
          <a:xfrm>
            <a:off x="966475" y="1442050"/>
            <a:ext cx="6849900" cy="30438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2000"/>
              <a:t>2.1.1  Identify the factors that influence the distribution of population at different scales. </a:t>
            </a:r>
            <a:endParaRPr sz="2000"/>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spcBef>
                <a:spcPts val="600"/>
              </a:spcBef>
              <a:spcAft>
                <a:spcPts val="0"/>
              </a:spcAft>
              <a:buNone/>
            </a:pPr>
            <a:r>
              <a:rPr lang="en" sz="2000"/>
              <a:t>2.1.2 Define and explain the differences between the methods geographers use to calculate population density.  </a:t>
            </a:r>
            <a:endParaRPr sz="1100">
              <a:solidFill>
                <a:srgbClr val="000000"/>
              </a:solidFill>
              <a:latin typeface="Century Gothic"/>
              <a:ea typeface="Century Gothic"/>
              <a:cs typeface="Century Gothic"/>
              <a:sym typeface="Century Gothic"/>
            </a:endParaRPr>
          </a:p>
          <a:p>
            <a:pPr indent="0" lvl="0" marL="0" rtl="0" algn="l">
              <a:spcBef>
                <a:spcPts val="600"/>
              </a:spcBef>
              <a:spcAft>
                <a:spcPts val="0"/>
              </a:spcAft>
              <a:buNone/>
            </a:pPr>
            <a:r>
              <a:t/>
            </a:r>
            <a:endParaRPr sz="2000"/>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a:p>
            <a:pPr indent="0" lvl="0" marL="0" rtl="0" algn="l">
              <a:lnSpc>
                <a:spcPct val="100000"/>
              </a:lnSpc>
              <a:spcBef>
                <a:spcPts val="0"/>
              </a:spcBef>
              <a:spcAft>
                <a:spcPts val="0"/>
              </a:spcAft>
              <a:buNone/>
            </a:pPr>
            <a:r>
              <a:t/>
            </a:r>
            <a:endParaRPr sz="1100">
              <a:solidFill>
                <a:srgbClr val="000000"/>
              </a:solidFill>
              <a:latin typeface="Century Gothic"/>
              <a:ea typeface="Century Gothic"/>
              <a:cs typeface="Century Gothic"/>
              <a:sym typeface="Century Gothic"/>
            </a:endParaRPr>
          </a:p>
        </p:txBody>
      </p:sp>
      <p:sp>
        <p:nvSpPr>
          <p:cNvPr id="669" name="Google Shape;669;p26"/>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pic>
        <p:nvPicPr>
          <p:cNvPr id="670" name="Google Shape;670;p26"/>
          <p:cNvPicPr preferRelativeResize="0"/>
          <p:nvPr/>
        </p:nvPicPr>
        <p:blipFill>
          <a:blip r:embed="rId3">
            <a:alphaModFix/>
          </a:blip>
          <a:stretch>
            <a:fillRect/>
          </a:stretch>
        </p:blipFill>
        <p:spPr>
          <a:xfrm rot="749764">
            <a:off x="7562926" y="1565126"/>
            <a:ext cx="1277501" cy="12775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27"/>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What factors influence the distribution of population?</a:t>
            </a:r>
            <a:endParaRPr/>
          </a:p>
        </p:txBody>
      </p:sp>
      <p:sp>
        <p:nvSpPr>
          <p:cNvPr id="676" name="Google Shape;676;p27"/>
          <p:cNvSpPr txBox="1"/>
          <p:nvPr>
            <p:ph idx="1" type="body"/>
          </p:nvPr>
        </p:nvSpPr>
        <p:spPr>
          <a:xfrm>
            <a:off x="725400" y="1966900"/>
            <a:ext cx="3564600" cy="11082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Job Opportunities </a:t>
            </a:r>
            <a:endParaRPr sz="1800"/>
          </a:p>
          <a:p>
            <a:pPr indent="-342900" lvl="0" marL="457200" rtl="0" algn="l">
              <a:spcBef>
                <a:spcPts val="0"/>
              </a:spcBef>
              <a:spcAft>
                <a:spcPts val="0"/>
              </a:spcAft>
              <a:buSzPts val="1800"/>
              <a:buChar char="▪"/>
            </a:pPr>
            <a:r>
              <a:rPr lang="en" sz="1800"/>
              <a:t>Access to Natural Resources</a:t>
            </a:r>
            <a:endParaRPr sz="1800"/>
          </a:p>
          <a:p>
            <a:pPr indent="0" lvl="0" marL="0" rtl="0" algn="l">
              <a:spcBef>
                <a:spcPts val="600"/>
              </a:spcBef>
              <a:spcAft>
                <a:spcPts val="0"/>
              </a:spcAft>
              <a:buNone/>
            </a:pPr>
            <a:r>
              <a:t/>
            </a:r>
            <a:endParaRPr sz="2000"/>
          </a:p>
        </p:txBody>
      </p:sp>
      <p:sp>
        <p:nvSpPr>
          <p:cNvPr id="677" name="Google Shape;677;p27"/>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78" name="Google Shape;678;p27"/>
          <p:cNvSpPr txBox="1"/>
          <p:nvPr/>
        </p:nvSpPr>
        <p:spPr>
          <a:xfrm>
            <a:off x="1190875" y="1471400"/>
            <a:ext cx="1809900" cy="47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AD1E"/>
                </a:solidFill>
                <a:latin typeface="Oswald"/>
                <a:ea typeface="Oswald"/>
                <a:cs typeface="Oswald"/>
                <a:sym typeface="Oswald"/>
              </a:rPr>
              <a:t>ECONOMIC</a:t>
            </a:r>
            <a:endParaRPr sz="2700">
              <a:solidFill>
                <a:srgbClr val="FFAD1E"/>
              </a:solidFill>
              <a:latin typeface="Oswald"/>
              <a:ea typeface="Oswald"/>
              <a:cs typeface="Oswald"/>
              <a:sym typeface="Oswald"/>
            </a:endParaRPr>
          </a:p>
        </p:txBody>
      </p:sp>
      <p:pic>
        <p:nvPicPr>
          <p:cNvPr id="679" name="Google Shape;679;p27"/>
          <p:cNvPicPr preferRelativeResize="0"/>
          <p:nvPr/>
        </p:nvPicPr>
        <p:blipFill>
          <a:blip r:embed="rId3">
            <a:alphaModFix/>
          </a:blip>
          <a:stretch>
            <a:fillRect/>
          </a:stretch>
        </p:blipFill>
        <p:spPr>
          <a:xfrm>
            <a:off x="790052" y="1382450"/>
            <a:ext cx="519967" cy="520000"/>
          </a:xfrm>
          <a:prstGeom prst="rect">
            <a:avLst/>
          </a:prstGeom>
          <a:noFill/>
          <a:ln>
            <a:noFill/>
          </a:ln>
          <a:effectLst>
            <a:outerShdw blurRad="57150" rotWithShape="0" algn="bl" dir="5400000" dist="19050">
              <a:srgbClr val="000000">
                <a:alpha val="50000"/>
              </a:srgbClr>
            </a:outerShdw>
          </a:effectLst>
        </p:spPr>
      </p:pic>
      <p:pic>
        <p:nvPicPr>
          <p:cNvPr id="680" name="Google Shape;680;p27"/>
          <p:cNvPicPr preferRelativeResize="0"/>
          <p:nvPr/>
        </p:nvPicPr>
        <p:blipFill>
          <a:blip r:embed="rId4">
            <a:alphaModFix/>
          </a:blip>
          <a:stretch>
            <a:fillRect/>
          </a:stretch>
        </p:blipFill>
        <p:spPr>
          <a:xfrm>
            <a:off x="6579029" y="1416863"/>
            <a:ext cx="1850526" cy="1258749"/>
          </a:xfrm>
          <a:prstGeom prst="rect">
            <a:avLst/>
          </a:prstGeom>
          <a:noFill/>
          <a:ln>
            <a:noFill/>
          </a:ln>
        </p:spPr>
      </p:pic>
      <p:pic>
        <p:nvPicPr>
          <p:cNvPr id="681" name="Google Shape;681;p27"/>
          <p:cNvPicPr preferRelativeResize="0"/>
          <p:nvPr/>
        </p:nvPicPr>
        <p:blipFill>
          <a:blip r:embed="rId5">
            <a:alphaModFix/>
          </a:blip>
          <a:stretch>
            <a:fillRect/>
          </a:stretch>
        </p:blipFill>
        <p:spPr>
          <a:xfrm>
            <a:off x="8138700" y="1509223"/>
            <a:ext cx="224375" cy="152875"/>
          </a:xfrm>
          <a:prstGeom prst="rect">
            <a:avLst/>
          </a:prstGeom>
          <a:noFill/>
          <a:ln>
            <a:noFill/>
          </a:ln>
        </p:spPr>
      </p:pic>
      <p:pic>
        <p:nvPicPr>
          <p:cNvPr id="682" name="Google Shape;682;p27"/>
          <p:cNvPicPr preferRelativeResize="0"/>
          <p:nvPr/>
        </p:nvPicPr>
        <p:blipFill>
          <a:blip r:embed="rId6">
            <a:alphaModFix/>
          </a:blip>
          <a:stretch>
            <a:fillRect/>
          </a:stretch>
        </p:blipFill>
        <p:spPr>
          <a:xfrm>
            <a:off x="4644475" y="1418675"/>
            <a:ext cx="1850525" cy="1255137"/>
          </a:xfrm>
          <a:prstGeom prst="rect">
            <a:avLst/>
          </a:prstGeom>
          <a:noFill/>
          <a:ln>
            <a:noFill/>
          </a:ln>
        </p:spPr>
      </p:pic>
      <p:pic>
        <p:nvPicPr>
          <p:cNvPr id="683" name="Google Shape;683;p27"/>
          <p:cNvPicPr preferRelativeResize="0"/>
          <p:nvPr/>
        </p:nvPicPr>
        <p:blipFill>
          <a:blip r:embed="rId5">
            <a:alphaModFix/>
          </a:blip>
          <a:stretch>
            <a:fillRect/>
          </a:stretch>
        </p:blipFill>
        <p:spPr>
          <a:xfrm>
            <a:off x="6223150" y="1509223"/>
            <a:ext cx="224375" cy="152875"/>
          </a:xfrm>
          <a:prstGeom prst="rect">
            <a:avLst/>
          </a:prstGeom>
          <a:noFill/>
          <a:ln>
            <a:noFill/>
          </a:ln>
          <a:effectLst>
            <a:outerShdw blurRad="57150" rotWithShape="0" algn="bl" dir="5400000" dist="19050">
              <a:srgbClr val="000000">
                <a:alpha val="50000"/>
              </a:srgbClr>
            </a:outerShdw>
          </a:effectLst>
        </p:spPr>
      </p:pic>
      <p:pic>
        <p:nvPicPr>
          <p:cNvPr id="684" name="Google Shape;684;p27"/>
          <p:cNvPicPr preferRelativeResize="0"/>
          <p:nvPr/>
        </p:nvPicPr>
        <p:blipFill>
          <a:blip r:embed="rId7">
            <a:alphaModFix/>
          </a:blip>
          <a:stretch>
            <a:fillRect/>
          </a:stretch>
        </p:blipFill>
        <p:spPr>
          <a:xfrm>
            <a:off x="5437475" y="2774475"/>
            <a:ext cx="2992075" cy="2240375"/>
          </a:xfrm>
          <a:prstGeom prst="rect">
            <a:avLst/>
          </a:prstGeom>
          <a:noFill/>
          <a:ln>
            <a:noFill/>
          </a:ln>
        </p:spPr>
      </p:pic>
      <p:sp>
        <p:nvSpPr>
          <p:cNvPr id="685" name="Google Shape;685;p27"/>
          <p:cNvSpPr/>
          <p:nvPr/>
        </p:nvSpPr>
        <p:spPr>
          <a:xfrm>
            <a:off x="866875" y="3075100"/>
            <a:ext cx="4408200" cy="1874400"/>
          </a:xfrm>
          <a:prstGeom prst="rect">
            <a:avLst/>
          </a:prstGeom>
          <a:solidFill>
            <a:srgbClr val="FFE6BA"/>
          </a:solidFill>
          <a:ln cap="flat" cmpd="sng" w="19050">
            <a:solidFill>
              <a:srgbClr val="000000"/>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Barlow Semi Condensed"/>
                <a:ea typeface="Barlow Semi Condensed"/>
                <a:cs typeface="Barlow Semi Condensed"/>
                <a:sym typeface="Barlow Semi Condensed"/>
              </a:rPr>
              <a:t>Case Study: Norilsk, Siberia</a:t>
            </a:r>
            <a:endParaRPr sz="1500">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sz="600">
              <a:latin typeface="Barlow Semi Condensed"/>
              <a:ea typeface="Barlow Semi Condensed"/>
              <a:cs typeface="Barlow Semi Condensed"/>
              <a:sym typeface="Barlow Semi Condensed"/>
            </a:endParaRPr>
          </a:p>
          <a:p>
            <a:pPr indent="0" lvl="0" marL="0" rtl="0" algn="l">
              <a:spcBef>
                <a:spcPts val="0"/>
              </a:spcBef>
              <a:spcAft>
                <a:spcPts val="0"/>
              </a:spcAft>
              <a:buNone/>
            </a:pPr>
            <a:r>
              <a:rPr lang="en" sz="1200">
                <a:latin typeface="Barlow Semi Condensed"/>
                <a:ea typeface="Barlow Semi Condensed"/>
                <a:cs typeface="Barlow Semi Condensed"/>
                <a:sym typeface="Barlow Semi Condensed"/>
              </a:rPr>
              <a:t>“One example of how economic conditions prevail over environmental limitations is Norilsk, Siberia. Nearly 200,000 people in this city, which is located north of the Arctic Circle, brave extremely harsh weather conditions ever winter. Why...The region has the world’s largest known deposits of nickel, an industrially important metal.” </a:t>
            </a:r>
            <a:endParaRPr sz="1600">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sz="1500">
              <a:latin typeface="Barlow Semi Condensed"/>
              <a:ea typeface="Barlow Semi Condensed"/>
              <a:cs typeface="Barlow Semi Condensed"/>
              <a:sym typeface="Barlow Semi Condensed"/>
            </a:endParaRPr>
          </a:p>
          <a:p>
            <a:pPr indent="0" lvl="0" marL="0" rtl="0" algn="l">
              <a:spcBef>
                <a:spcPts val="0"/>
              </a:spcBef>
              <a:spcAft>
                <a:spcPts val="0"/>
              </a:spcAft>
              <a:buNone/>
            </a:pPr>
            <a:r>
              <a:t/>
            </a:r>
            <a:endParaRPr sz="900">
              <a:latin typeface="Barlow Semi Condensed"/>
              <a:ea typeface="Barlow Semi Condensed"/>
              <a:cs typeface="Barlow Semi Condensed"/>
              <a:sym typeface="Barlow Semi Condensed"/>
            </a:endParaRPr>
          </a:p>
          <a:p>
            <a:pPr indent="0" lvl="0" marL="0" rtl="0" algn="l">
              <a:spcBef>
                <a:spcPts val="0"/>
              </a:spcBef>
              <a:spcAft>
                <a:spcPts val="0"/>
              </a:spcAft>
              <a:buNone/>
            </a:pPr>
            <a:r>
              <a:rPr lang="en" sz="900">
                <a:latin typeface="Barlow Semi Condensed"/>
                <a:ea typeface="Barlow Semi Condensed"/>
                <a:cs typeface="Barlow Semi Condensed"/>
                <a:sym typeface="Barlow Semi Condensed"/>
              </a:rPr>
              <a:t>Source: Human Geography - A Spatial Perspective, Bednarz, Bockenhauer &amp; Hiebert</a:t>
            </a:r>
            <a:endParaRPr sz="900">
              <a:latin typeface="Barlow Semi Condensed"/>
              <a:ea typeface="Barlow Semi Condensed"/>
              <a:cs typeface="Barlow Semi Condensed"/>
              <a:sym typeface="Barlow Semi Condense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28"/>
          <p:cNvSpPr txBox="1"/>
          <p:nvPr>
            <p:ph type="title"/>
          </p:nvPr>
        </p:nvSpPr>
        <p:spPr>
          <a:xfrm>
            <a:off x="661100" y="664300"/>
            <a:ext cx="7843200" cy="653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What factors influence the distribution of population?</a:t>
            </a:r>
            <a:endParaRPr/>
          </a:p>
        </p:txBody>
      </p:sp>
      <p:sp>
        <p:nvSpPr>
          <p:cNvPr id="691" name="Google Shape;691;p28"/>
          <p:cNvSpPr txBox="1"/>
          <p:nvPr>
            <p:ph idx="1" type="body"/>
          </p:nvPr>
        </p:nvSpPr>
        <p:spPr>
          <a:xfrm>
            <a:off x="725400" y="1966900"/>
            <a:ext cx="3564600" cy="30144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Housing availability </a:t>
            </a:r>
            <a:endParaRPr sz="1800"/>
          </a:p>
          <a:p>
            <a:pPr indent="-342900" lvl="0" marL="457200" rtl="0" algn="l">
              <a:spcBef>
                <a:spcPts val="0"/>
              </a:spcBef>
              <a:spcAft>
                <a:spcPts val="0"/>
              </a:spcAft>
              <a:buSzPts val="1800"/>
              <a:buChar char="▪"/>
            </a:pPr>
            <a:r>
              <a:rPr lang="en" sz="1800"/>
              <a:t>Safety </a:t>
            </a:r>
            <a:endParaRPr sz="1800"/>
          </a:p>
          <a:p>
            <a:pPr indent="-342900" lvl="0" marL="457200" rtl="0" algn="l">
              <a:spcBef>
                <a:spcPts val="0"/>
              </a:spcBef>
              <a:spcAft>
                <a:spcPts val="0"/>
              </a:spcAft>
              <a:buSzPts val="1800"/>
              <a:buChar char="▪"/>
            </a:pPr>
            <a:r>
              <a:rPr lang="en" sz="1800"/>
              <a:t>Access to transportation </a:t>
            </a:r>
            <a:endParaRPr sz="1800"/>
          </a:p>
          <a:p>
            <a:pPr indent="-342900" lvl="0" marL="457200" rtl="0" algn="l">
              <a:spcBef>
                <a:spcPts val="0"/>
              </a:spcBef>
              <a:spcAft>
                <a:spcPts val="0"/>
              </a:spcAft>
              <a:buSzPts val="1800"/>
              <a:buChar char="▪"/>
            </a:pPr>
            <a:r>
              <a:rPr lang="en" sz="1800"/>
              <a:t>A feeling of belonging </a:t>
            </a:r>
            <a:endParaRPr sz="1800"/>
          </a:p>
          <a:p>
            <a:pPr indent="-342900" lvl="0" marL="457200" rtl="0" algn="l">
              <a:spcBef>
                <a:spcPts val="0"/>
              </a:spcBef>
              <a:spcAft>
                <a:spcPts val="0"/>
              </a:spcAft>
              <a:buSzPts val="1800"/>
              <a:buChar char="▪"/>
            </a:pPr>
            <a:r>
              <a:rPr lang="en" sz="1800"/>
              <a:t>Community </a:t>
            </a:r>
            <a:endParaRPr sz="1800"/>
          </a:p>
        </p:txBody>
      </p:sp>
      <p:sp>
        <p:nvSpPr>
          <p:cNvPr id="692" name="Google Shape;692;p28"/>
          <p:cNvSpPr txBox="1"/>
          <p:nvPr>
            <p:ph idx="12" type="sldNum"/>
          </p:nvPr>
        </p:nvSpPr>
        <p:spPr>
          <a:xfrm>
            <a:off x="8504254" y="4489800"/>
            <a:ext cx="653700" cy="6537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fld id="{00000000-1234-1234-1234-123412341234}" type="slidenum">
              <a:rPr lang="en"/>
              <a:t>‹#›</a:t>
            </a:fld>
            <a:endParaRPr/>
          </a:p>
        </p:txBody>
      </p:sp>
      <p:sp>
        <p:nvSpPr>
          <p:cNvPr id="693" name="Google Shape;693;p28"/>
          <p:cNvSpPr txBox="1"/>
          <p:nvPr/>
        </p:nvSpPr>
        <p:spPr>
          <a:xfrm>
            <a:off x="1153950" y="1471388"/>
            <a:ext cx="2992200" cy="47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AD1E"/>
                </a:solidFill>
                <a:latin typeface="Oswald"/>
                <a:ea typeface="Oswald"/>
                <a:cs typeface="Oswald"/>
                <a:sym typeface="Oswald"/>
              </a:rPr>
              <a:t>SOCIAL / CULTURAL</a:t>
            </a:r>
            <a:endParaRPr sz="2700">
              <a:solidFill>
                <a:srgbClr val="FFAD1E"/>
              </a:solidFill>
              <a:latin typeface="Oswald"/>
              <a:ea typeface="Oswald"/>
              <a:cs typeface="Oswald"/>
              <a:sym typeface="Oswald"/>
            </a:endParaRPr>
          </a:p>
        </p:txBody>
      </p:sp>
      <p:pic>
        <p:nvPicPr>
          <p:cNvPr id="694" name="Google Shape;694;p28"/>
          <p:cNvPicPr preferRelativeResize="0"/>
          <p:nvPr/>
        </p:nvPicPr>
        <p:blipFill>
          <a:blip r:embed="rId3">
            <a:alphaModFix/>
          </a:blip>
          <a:stretch>
            <a:fillRect/>
          </a:stretch>
        </p:blipFill>
        <p:spPr>
          <a:xfrm>
            <a:off x="725400" y="1424562"/>
            <a:ext cx="564675" cy="564675"/>
          </a:xfrm>
          <a:prstGeom prst="rect">
            <a:avLst/>
          </a:prstGeom>
          <a:noFill/>
          <a:ln>
            <a:noFill/>
          </a:ln>
          <a:effectLst>
            <a:outerShdw blurRad="57150" rotWithShape="0" algn="bl" dir="5400000" dist="19050">
              <a:srgbClr val="000000">
                <a:alpha val="50000"/>
              </a:srgbClr>
            </a:outerShdw>
          </a:effectLst>
        </p:spPr>
      </p:pic>
      <p:sp>
        <p:nvSpPr>
          <p:cNvPr id="695" name="Google Shape;695;p28"/>
          <p:cNvSpPr txBox="1"/>
          <p:nvPr/>
        </p:nvSpPr>
        <p:spPr>
          <a:xfrm>
            <a:off x="5512050" y="1471388"/>
            <a:ext cx="2992200" cy="4710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700">
                <a:solidFill>
                  <a:srgbClr val="FFAD1E"/>
                </a:solidFill>
                <a:latin typeface="Oswald"/>
                <a:ea typeface="Oswald"/>
                <a:cs typeface="Oswald"/>
                <a:sym typeface="Oswald"/>
              </a:rPr>
              <a:t>POLITICAL</a:t>
            </a:r>
            <a:endParaRPr sz="2700">
              <a:solidFill>
                <a:srgbClr val="FFAD1E"/>
              </a:solidFill>
              <a:latin typeface="Oswald"/>
              <a:ea typeface="Oswald"/>
              <a:cs typeface="Oswald"/>
              <a:sym typeface="Oswald"/>
            </a:endParaRPr>
          </a:p>
        </p:txBody>
      </p:sp>
      <p:pic>
        <p:nvPicPr>
          <p:cNvPr id="696" name="Google Shape;696;p28"/>
          <p:cNvPicPr preferRelativeResize="0"/>
          <p:nvPr/>
        </p:nvPicPr>
        <p:blipFill>
          <a:blip r:embed="rId4">
            <a:alphaModFix/>
          </a:blip>
          <a:stretch>
            <a:fillRect/>
          </a:stretch>
        </p:blipFill>
        <p:spPr>
          <a:xfrm>
            <a:off x="5708925" y="1424550"/>
            <a:ext cx="564675" cy="564675"/>
          </a:xfrm>
          <a:prstGeom prst="rect">
            <a:avLst/>
          </a:prstGeom>
          <a:noFill/>
          <a:ln>
            <a:noFill/>
          </a:ln>
          <a:effectLst>
            <a:outerShdw blurRad="57150" rotWithShape="0" algn="bl" dir="5400000" dist="19050">
              <a:srgbClr val="000000">
                <a:alpha val="50000"/>
              </a:srgbClr>
            </a:outerShdw>
          </a:effectLst>
        </p:spPr>
      </p:pic>
      <p:sp>
        <p:nvSpPr>
          <p:cNvPr id="697" name="Google Shape;697;p28"/>
          <p:cNvSpPr txBox="1"/>
          <p:nvPr>
            <p:ph idx="1" type="body"/>
          </p:nvPr>
        </p:nvSpPr>
        <p:spPr>
          <a:xfrm>
            <a:off x="5079400" y="1942400"/>
            <a:ext cx="3564600" cy="30144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Housing availability </a:t>
            </a:r>
            <a:endParaRPr sz="1800"/>
          </a:p>
          <a:p>
            <a:pPr indent="-342900" lvl="0" marL="457200" rtl="0" algn="l">
              <a:spcBef>
                <a:spcPts val="0"/>
              </a:spcBef>
              <a:spcAft>
                <a:spcPts val="0"/>
              </a:spcAft>
              <a:buSzPts val="1800"/>
              <a:buChar char="▪"/>
            </a:pPr>
            <a:r>
              <a:rPr lang="en" sz="1800"/>
              <a:t>Safety </a:t>
            </a:r>
            <a:endParaRPr sz="1800"/>
          </a:p>
          <a:p>
            <a:pPr indent="-342900" lvl="0" marL="457200" rtl="0" algn="l">
              <a:spcBef>
                <a:spcPts val="0"/>
              </a:spcBef>
              <a:spcAft>
                <a:spcPts val="0"/>
              </a:spcAft>
              <a:buSzPts val="1800"/>
              <a:buChar char="▪"/>
            </a:pPr>
            <a:r>
              <a:rPr lang="en" sz="1800"/>
              <a:t>Access to transportation </a:t>
            </a:r>
            <a:endParaRPr sz="1800"/>
          </a:p>
          <a:p>
            <a:pPr indent="-342900" lvl="0" marL="457200" rtl="0" algn="l">
              <a:spcBef>
                <a:spcPts val="0"/>
              </a:spcBef>
              <a:spcAft>
                <a:spcPts val="0"/>
              </a:spcAft>
              <a:buSzPts val="1800"/>
              <a:buChar char="▪"/>
            </a:pPr>
            <a:r>
              <a:rPr lang="en" sz="1800"/>
              <a:t>A feeling of belonging </a:t>
            </a:r>
            <a:endParaRPr sz="1800"/>
          </a:p>
          <a:p>
            <a:pPr indent="-342900" lvl="0" marL="457200" rtl="0" algn="l">
              <a:spcBef>
                <a:spcPts val="0"/>
              </a:spcBef>
              <a:spcAft>
                <a:spcPts val="0"/>
              </a:spcAft>
              <a:buSzPts val="1800"/>
              <a:buChar char="▪"/>
            </a:pPr>
            <a:r>
              <a:rPr lang="en" sz="1800"/>
              <a:t>Community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Lodovico template">
  <a:themeElements>
    <a:clrScheme name="Custom 347">
      <a:dk1>
        <a:srgbClr val="272A36"/>
      </a:dk1>
      <a:lt1>
        <a:srgbClr val="FFFFFF"/>
      </a:lt1>
      <a:dk2>
        <a:srgbClr val="808392"/>
      </a:dk2>
      <a:lt2>
        <a:srgbClr val="E0E0E7"/>
      </a:lt2>
      <a:accent1>
        <a:srgbClr val="FFAD1D"/>
      </a:accent1>
      <a:accent2>
        <a:srgbClr val="EB7700"/>
      </a:accent2>
      <a:accent3>
        <a:srgbClr val="FD7E6B"/>
      </a:accent3>
      <a:accent4>
        <a:srgbClr val="F03131"/>
      </a:accent4>
      <a:accent5>
        <a:srgbClr val="41B5FF"/>
      </a:accent5>
      <a:accent6>
        <a:srgbClr val="1E87CA"/>
      </a:accent6>
      <a:hlink>
        <a:srgbClr val="272A36"/>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